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6" r:id="rId1"/>
  </p:sldMasterIdLst>
  <p:notesMasterIdLst>
    <p:notesMasterId r:id="rId3"/>
  </p:notesMasterIdLst>
  <p:sldIdLst>
    <p:sldId id="268" r:id="rId2"/>
  </p:sldIdLst>
  <p:sldSz cx="9144000" cy="5143500" type="screen16x9"/>
  <p:notesSz cx="6735763" cy="98663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08">
          <p15:clr>
            <a:srgbClr val="000000"/>
          </p15:clr>
        </p15:guide>
        <p15:guide id="2" pos="2122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3ED"/>
    <a:srgbClr val="E95420"/>
    <a:srgbClr val="2880D7"/>
    <a:srgbClr val="5AAFE1"/>
    <a:srgbClr val="59A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03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15373" y="0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1285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preserve="1" userDrawn="1">
  <p:cSld name="コンテンツ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中程度の精度で自動的に生成された説明">
            <a:extLst>
              <a:ext uri="{FF2B5EF4-FFF2-40B4-BE49-F238E27FC236}">
                <a16:creationId xmlns:a16="http://schemas.microsoft.com/office/drawing/2014/main" id="{3FFA4707-4E85-45A9-AA89-67C4979002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2000" y="0"/>
            <a:ext cx="1507389" cy="612000"/>
          </a:xfrm>
          <a:prstGeom prst="rect">
            <a:avLst/>
          </a:prstGeom>
        </p:spPr>
      </p:pic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162000" y="720000"/>
            <a:ext cx="8820000" cy="42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/>
            </a:lvl1pPr>
            <a:lvl2pPr marL="914400" lvl="1" indent="-37084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240"/>
              <a:buFont typeface="Noto Sans Symbols"/>
              <a:buChar char="■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F4FA1"/>
              </a:buClr>
              <a:buSzPts val="2400"/>
              <a:buFont typeface="Noto Sans Symbols"/>
              <a:buChar char="■"/>
              <a:defRPr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32000" y="4968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132000" y="4968000"/>
            <a:ext cx="288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  <a:tabLst/>
              <a:defRPr/>
            </a:pPr>
            <a:r>
              <a:rPr lang="en-US" altLang="ja-JP" sz="700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© SIOS Technology Inc. All rights Reserved.</a:t>
            </a:r>
            <a:endParaRPr lang="en-US" altLang="ja-JP" sz="7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ja-JP" sz="800" b="0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.</a:t>
            </a:r>
            <a:endParaRPr sz="8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" name="Google Shape;46;p4">
            <a:extLst>
              <a:ext uri="{FF2B5EF4-FFF2-40B4-BE49-F238E27FC236}">
                <a16:creationId xmlns:a16="http://schemas.microsoft.com/office/drawing/2014/main" id="{CD566E79-B71D-4A54-959F-1230C42227D8}"/>
              </a:ext>
            </a:extLst>
          </p:cNvPr>
          <p:cNvSpPr/>
          <p:nvPr userDrawn="1"/>
        </p:nvSpPr>
        <p:spPr>
          <a:xfrm>
            <a:off x="0" y="619200"/>
            <a:ext cx="9144000" cy="54000"/>
          </a:xfrm>
          <a:prstGeom prst="rect">
            <a:avLst/>
          </a:prstGeom>
          <a:solidFill>
            <a:srgbClr val="5AAF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" name="Google Shape;61;p7">
            <a:extLst>
              <a:ext uri="{FF2B5EF4-FFF2-40B4-BE49-F238E27FC236}">
                <a16:creationId xmlns:a16="http://schemas.microsoft.com/office/drawing/2014/main" id="{3459E61E-005A-49D3-83F3-00C09A6148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92" y="-1"/>
            <a:ext cx="9144000" cy="61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354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preserve="1" userDrawn="1">
  <p:cSld name="1_タイトルとコンテンツ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中程度の精度で自動的に生成された説明">
            <a:extLst>
              <a:ext uri="{FF2B5EF4-FFF2-40B4-BE49-F238E27FC236}">
                <a16:creationId xmlns:a16="http://schemas.microsoft.com/office/drawing/2014/main" id="{3FFA4707-4E85-45A9-AA89-67C4979002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2000" y="0"/>
            <a:ext cx="1507389" cy="612000"/>
          </a:xfrm>
          <a:prstGeom prst="rect">
            <a:avLst/>
          </a:prstGeom>
        </p:spPr>
      </p:pic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162000" y="468000"/>
            <a:ext cx="8820000" cy="4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/>
            </a:lvl1pPr>
            <a:lvl2pPr marL="914400" lvl="1" indent="-37084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240"/>
              <a:buFont typeface="Noto Sans Symbols"/>
              <a:buChar char="■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F4FA1"/>
              </a:buClr>
              <a:buSzPts val="2400"/>
              <a:buFont typeface="Noto Sans Symbols"/>
              <a:buChar char="■"/>
              <a:defRPr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32000" y="4968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132000" y="4968000"/>
            <a:ext cx="288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en-US" altLang="ja-JP" sz="700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© SIOS Technology Inc. All rights Reserved.</a:t>
            </a:r>
            <a:endParaRPr lang="en-US" altLang="ja-JP" sz="7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952842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0" y="-1"/>
            <a:ext cx="9143608" cy="65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eiryo"/>
              <a:buNone/>
              <a:defRPr sz="32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62000" y="720000"/>
            <a:ext cx="8820000" cy="4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2F4FA1"/>
              </a:buClr>
              <a:buSzPts val="24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532000" y="4968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E3847-2930-2DBE-FD66-BADCD2F8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4755E47-9D08-118C-8E08-F1CCBEDB3CF4}"/>
              </a:ext>
            </a:extLst>
          </p:cNvPr>
          <p:cNvSpPr/>
          <p:nvPr/>
        </p:nvSpPr>
        <p:spPr>
          <a:xfrm>
            <a:off x="1356216" y="548673"/>
            <a:ext cx="6120000" cy="4320000"/>
          </a:xfrm>
          <a:prstGeom prst="rect">
            <a:avLst/>
          </a:prstGeom>
          <a:noFill/>
          <a:ln w="12700">
            <a:solidFill>
              <a:srgbClr val="2880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 algn="ctr"/>
            <a:endParaRPr kumimoji="1"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F27431-06D1-FAD5-89F1-6052368881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mtClean="0"/>
              <a:t>1</a:t>
            </a:fld>
            <a:endParaRPr lang="ja-JP" altLang="en-US" dirty="0"/>
          </a:p>
        </p:txBody>
      </p:sp>
      <p:pic>
        <p:nvPicPr>
          <p:cNvPr id="28" name="図 27" descr="テーブル, 座る, コンピュータ, 本 が含まれている画像&#10;&#10;自動的に生成された説明">
            <a:extLst>
              <a:ext uri="{FF2B5EF4-FFF2-40B4-BE49-F238E27FC236}">
                <a16:creationId xmlns:a16="http://schemas.microsoft.com/office/drawing/2014/main" id="{DD6D33D3-F4EE-83E5-0A4B-B6E10B23CBD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34" y="1637721"/>
            <a:ext cx="900000" cy="900000"/>
          </a:xfrm>
          <a:prstGeom prst="rect">
            <a:avLst/>
          </a:prstGeom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205D80D-D924-14B2-43E4-F0E8AEF0AD35}"/>
              </a:ext>
            </a:extLst>
          </p:cNvPr>
          <p:cNvSpPr/>
          <p:nvPr/>
        </p:nvSpPr>
        <p:spPr>
          <a:xfrm>
            <a:off x="2436216" y="548673"/>
            <a:ext cx="5040000" cy="4320000"/>
          </a:xfrm>
          <a:prstGeom prst="rect">
            <a:avLst/>
          </a:prstGeom>
          <a:noFill/>
          <a:ln w="12700">
            <a:solidFill>
              <a:srgbClr val="E954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 algn="ctr"/>
            <a:endParaRPr kumimoji="1"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96B04FE-94E2-B129-B6D3-66F771672712}"/>
              </a:ext>
            </a:extLst>
          </p:cNvPr>
          <p:cNvSpPr/>
          <p:nvPr/>
        </p:nvSpPr>
        <p:spPr>
          <a:xfrm>
            <a:off x="3876216" y="1268673"/>
            <a:ext cx="3600000" cy="3600000"/>
          </a:xfrm>
          <a:prstGeom prst="rect">
            <a:avLst/>
          </a:prstGeom>
          <a:noFill/>
          <a:ln w="12700">
            <a:solidFill>
              <a:srgbClr val="1D6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 algn="ctr"/>
            <a:endParaRPr kumimoji="1"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0077003-7199-D367-49FC-B5F34A11BDBF}"/>
              </a:ext>
            </a:extLst>
          </p:cNvPr>
          <p:cNvSpPr/>
          <p:nvPr/>
        </p:nvSpPr>
        <p:spPr>
          <a:xfrm>
            <a:off x="3876216" y="3608673"/>
            <a:ext cx="3600000" cy="252000"/>
          </a:xfrm>
          <a:prstGeom prst="rect">
            <a:avLst/>
          </a:prstGeom>
          <a:solidFill>
            <a:srgbClr val="1D63E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Docker Engine</a:t>
            </a:r>
            <a:endParaRPr kumimoji="1"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B031DC-E787-0FB4-5793-FCD3EB712C7A}"/>
              </a:ext>
            </a:extLst>
          </p:cNvPr>
          <p:cNvSpPr/>
          <p:nvPr/>
        </p:nvSpPr>
        <p:spPr>
          <a:xfrm>
            <a:off x="2436216" y="3860673"/>
            <a:ext cx="5040000" cy="252000"/>
          </a:xfrm>
          <a:prstGeom prst="rect">
            <a:avLst/>
          </a:prstGeom>
          <a:solidFill>
            <a:srgbClr val="E9542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Ubuntu</a:t>
            </a:r>
            <a:endParaRPr kumimoji="1"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CA7CC2A-121C-E4D9-9B4A-D4965DB85614}"/>
              </a:ext>
            </a:extLst>
          </p:cNvPr>
          <p:cNvSpPr/>
          <p:nvPr/>
        </p:nvSpPr>
        <p:spPr>
          <a:xfrm>
            <a:off x="2436216" y="4112673"/>
            <a:ext cx="5040000" cy="252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WSL 2 (Windows Subsystem for Linux)</a:t>
            </a:r>
            <a:endParaRPr kumimoji="1"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C01190B-46B2-AC7B-FA58-838AF2D5DD92}"/>
              </a:ext>
            </a:extLst>
          </p:cNvPr>
          <p:cNvSpPr/>
          <p:nvPr/>
        </p:nvSpPr>
        <p:spPr>
          <a:xfrm>
            <a:off x="1356216" y="4364673"/>
            <a:ext cx="6120000" cy="252000"/>
          </a:xfrm>
          <a:prstGeom prst="rect">
            <a:avLst/>
          </a:prstGeom>
          <a:solidFill>
            <a:srgbClr val="2880D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Windows 11</a:t>
            </a:r>
            <a:endParaRPr kumimoji="1"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04593DB-57D3-E167-277E-2B1FD9D313A6}"/>
              </a:ext>
            </a:extLst>
          </p:cNvPr>
          <p:cNvSpPr/>
          <p:nvPr/>
        </p:nvSpPr>
        <p:spPr>
          <a:xfrm>
            <a:off x="1356216" y="4616673"/>
            <a:ext cx="6120000" cy="25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PC</a:t>
            </a:r>
            <a:r>
              <a:rPr kumimoji="1"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筐体</a:t>
            </a:r>
          </a:p>
        </p:txBody>
      </p:sp>
      <p:pic>
        <p:nvPicPr>
          <p:cNvPr id="10" name="図 9" descr="アイコン が含まれている画像&#10;&#10;自動的に生成された説明">
            <a:extLst>
              <a:ext uri="{FF2B5EF4-FFF2-40B4-BE49-F238E27FC236}">
                <a16:creationId xmlns:a16="http://schemas.microsoft.com/office/drawing/2014/main" id="{12F0A014-C862-81AB-C742-45BA901396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81" y="4150383"/>
            <a:ext cx="180000" cy="1800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6" name="図 15" descr="アイコン&#10;&#10;自動的に生成された説明">
            <a:extLst>
              <a:ext uri="{FF2B5EF4-FFF2-40B4-BE49-F238E27FC236}">
                <a16:creationId xmlns:a16="http://schemas.microsoft.com/office/drawing/2014/main" id="{0A21A655-DA9F-006A-5E4F-9B26070B9D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81" y="3898383"/>
            <a:ext cx="180000" cy="180000"/>
          </a:xfrm>
          <a:prstGeom prst="rect">
            <a:avLst/>
          </a:prstGeom>
          <a:ln w="6350">
            <a:solidFill>
              <a:schemeClr val="bg1"/>
            </a:solidFill>
          </a:ln>
        </p:spPr>
      </p:pic>
      <p:pic>
        <p:nvPicPr>
          <p:cNvPr id="18" name="図 17" descr="アイコン&#10;&#10;自動的に生成された説明">
            <a:extLst>
              <a:ext uri="{FF2B5EF4-FFF2-40B4-BE49-F238E27FC236}">
                <a16:creationId xmlns:a16="http://schemas.microsoft.com/office/drawing/2014/main" id="{B37ED1B8-7194-80BB-DC23-2272AA77CCF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0081" y="4402383"/>
            <a:ext cx="180000" cy="180000"/>
          </a:xfrm>
          <a:prstGeom prst="rect">
            <a:avLst/>
          </a:prstGeom>
        </p:spPr>
      </p:pic>
      <p:pic>
        <p:nvPicPr>
          <p:cNvPr id="20" name="図 19" descr="抽象, 挿絵 が含まれている画像&#10;&#10;自動的に生成された説明">
            <a:extLst>
              <a:ext uri="{FF2B5EF4-FFF2-40B4-BE49-F238E27FC236}">
                <a16:creationId xmlns:a16="http://schemas.microsoft.com/office/drawing/2014/main" id="{EBF69BB1-C1F9-C3A0-5A85-6B87BCC0AD3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0081" y="3646383"/>
            <a:ext cx="180000" cy="180000"/>
          </a:xfrm>
          <a:prstGeom prst="rect">
            <a:avLst/>
          </a:prstGeom>
        </p:spPr>
      </p:pic>
      <p:pic>
        <p:nvPicPr>
          <p:cNvPr id="24" name="図 23" descr="キーボードの上にあるノートパソコン&#10;&#10;自動的に生成された説明">
            <a:extLst>
              <a:ext uri="{FF2B5EF4-FFF2-40B4-BE49-F238E27FC236}">
                <a16:creationId xmlns:a16="http://schemas.microsoft.com/office/drawing/2014/main" id="{CBB0634A-DCB4-AD50-FE25-E1D3AED819E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0081" y="4654383"/>
            <a:ext cx="180000" cy="180000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811CFCF5-AE00-F382-3109-408018FE6397}"/>
              </a:ext>
            </a:extLst>
          </p:cNvPr>
          <p:cNvSpPr txBox="1"/>
          <p:nvPr/>
        </p:nvSpPr>
        <p:spPr>
          <a:xfrm>
            <a:off x="330230" y="4283875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ja-JP" altLang="en-US" b="1" dirty="0">
                <a:effectLst>
                  <a:glow rad="381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体験者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C5B3BB8-10C1-2999-545A-65F602666119}"/>
              </a:ext>
            </a:extLst>
          </p:cNvPr>
          <p:cNvSpPr txBox="1"/>
          <p:nvPr/>
        </p:nvSpPr>
        <p:spPr>
          <a:xfrm>
            <a:off x="6638612" y="3442799"/>
            <a:ext cx="188673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b="1" dirty="0">
                <a:effectLst>
                  <a:glow rad="1016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Upstream LLM/API</a:t>
            </a:r>
            <a:endParaRPr kumimoji="1" lang="ja-JP" altLang="en-US" b="1" dirty="0">
              <a:effectLst>
                <a:glow rad="1016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8902C7E8-3BBD-01BB-1D84-F127F01EE607}"/>
              </a:ext>
            </a:extLst>
          </p:cNvPr>
          <p:cNvSpPr/>
          <p:nvPr/>
        </p:nvSpPr>
        <p:spPr>
          <a:xfrm>
            <a:off x="7677405" y="2507031"/>
            <a:ext cx="1152000" cy="540000"/>
          </a:xfrm>
          <a:prstGeom prst="ellips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77C2F4D7-D334-794D-377D-B41906E9AE08}"/>
              </a:ext>
            </a:extLst>
          </p:cNvPr>
          <p:cNvSpPr txBox="1"/>
          <p:nvPr/>
        </p:nvSpPr>
        <p:spPr>
          <a:xfrm>
            <a:off x="7788237" y="3088701"/>
            <a:ext cx="94897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900" b="1" dirty="0">
                <a:effectLst>
                  <a:glow rad="508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SIOS Tech Blog</a:t>
            </a:r>
          </a:p>
          <a:p>
            <a:pPr algn="ctr"/>
            <a:r>
              <a:rPr kumimoji="1" lang="en-US" altLang="ja-JP" sz="900" b="1" dirty="0">
                <a:effectLst>
                  <a:glow rad="508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RSS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500AA5E9-5B18-8035-9F47-B35AB67770FB}"/>
              </a:ext>
            </a:extLst>
          </p:cNvPr>
          <p:cNvSpPr txBox="1"/>
          <p:nvPr/>
        </p:nvSpPr>
        <p:spPr>
          <a:xfrm>
            <a:off x="1625309" y="3710862"/>
            <a:ext cx="54181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b="1" dirty="0">
                <a:effectLst>
                  <a:glow rad="381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Client</a:t>
            </a:r>
          </a:p>
          <a:p>
            <a:pPr algn="ctr"/>
            <a:r>
              <a:rPr kumimoji="1" lang="en-US" altLang="ja-JP" b="1" dirty="0">
                <a:effectLst>
                  <a:glow rad="381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Tool</a:t>
            </a:r>
            <a:endParaRPr kumimoji="1" lang="ja-JP" altLang="en-US" b="1" dirty="0">
              <a:effectLst>
                <a:glow rad="381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DC589E41-686A-B27E-F5A5-BA4FAB263BA0}"/>
              </a:ext>
            </a:extLst>
          </p:cNvPr>
          <p:cNvSpPr/>
          <p:nvPr/>
        </p:nvSpPr>
        <p:spPr>
          <a:xfrm>
            <a:off x="4054493" y="2932404"/>
            <a:ext cx="792000" cy="576000"/>
          </a:xfrm>
          <a:prstGeom prst="roundRect">
            <a:avLst>
              <a:gd name="adj" fmla="val 1055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b" anchorCtr="1"/>
          <a:lstStyle/>
          <a:p>
            <a:pPr algn="ctr"/>
            <a:r>
              <a:rPr kumimoji="1" lang="en-US" altLang="ja-JP" sz="8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redis</a:t>
            </a:r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-stack</a:t>
            </a:r>
          </a:p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container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791B76CC-8015-FF4B-C1F4-30264D0044D7}"/>
              </a:ext>
            </a:extLst>
          </p:cNvPr>
          <p:cNvSpPr txBox="1"/>
          <p:nvPr/>
        </p:nvSpPr>
        <p:spPr>
          <a:xfrm>
            <a:off x="4522492" y="2803425"/>
            <a:ext cx="47288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7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Port=6379</a:t>
            </a:r>
            <a:endParaRPr kumimoji="1" lang="ja-JP" altLang="en-US" sz="7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C69A90DC-610C-77A7-12E8-F8D218E533B3}"/>
              </a:ext>
            </a:extLst>
          </p:cNvPr>
          <p:cNvSpPr/>
          <p:nvPr/>
        </p:nvSpPr>
        <p:spPr>
          <a:xfrm>
            <a:off x="4000493" y="2097846"/>
            <a:ext cx="900000" cy="684000"/>
          </a:xfrm>
          <a:prstGeom prst="roundRect">
            <a:avLst>
              <a:gd name="adj" fmla="val 1055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36000" rtlCol="0" anchor="b" anchorCtr="1"/>
          <a:lstStyle/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 Plane</a:t>
            </a:r>
          </a:p>
          <a:p>
            <a:pPr algn="ctr"/>
            <a:endParaRPr kumimoji="1" lang="en-US" altLang="ja-JP" sz="7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7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kong-dp</a:t>
            </a:r>
            <a:endParaRPr kumimoji="1" lang="en-US" altLang="ja-JP" sz="7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container</a:t>
            </a:r>
            <a:endParaRPr kumimoji="1" lang="ja-JP" altLang="en-US" sz="7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0" name="図 69" descr="文字が書かれている&#10;&#10;中程度の精度で自動的に生成された説明">
            <a:extLst>
              <a:ext uri="{FF2B5EF4-FFF2-40B4-BE49-F238E27FC236}">
                <a16:creationId xmlns:a16="http://schemas.microsoft.com/office/drawing/2014/main" id="{7FE8B7D9-5F78-330A-C7BC-DB6EAB2BD82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0493" y="2128435"/>
            <a:ext cx="540000" cy="174707"/>
          </a:xfrm>
          <a:prstGeom prst="rect">
            <a:avLst/>
          </a:prstGeom>
        </p:spPr>
      </p:pic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A06D2755-69E0-A99B-1A0A-F0207018A185}"/>
              </a:ext>
            </a:extLst>
          </p:cNvPr>
          <p:cNvSpPr txBox="1"/>
          <p:nvPr/>
        </p:nvSpPr>
        <p:spPr>
          <a:xfrm>
            <a:off x="1178314" y="2677491"/>
            <a:ext cx="4392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Terminal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94EF8FA7-7403-7D48-5F38-4346A439E7D2}"/>
              </a:ext>
            </a:extLst>
          </p:cNvPr>
          <p:cNvSpPr txBox="1"/>
          <p:nvPr/>
        </p:nvSpPr>
        <p:spPr>
          <a:xfrm>
            <a:off x="3372823" y="2483934"/>
            <a:ext cx="47288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7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Port=8000</a:t>
            </a:r>
            <a:endParaRPr kumimoji="1" lang="ja-JP" altLang="en-US" sz="7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77C513E8-A71C-1ED0-3935-3E50C3AC4209}"/>
              </a:ext>
            </a:extLst>
          </p:cNvPr>
          <p:cNvCxnSpPr>
            <a:cxnSpLocks/>
          </p:cNvCxnSpPr>
          <p:nvPr/>
        </p:nvCxnSpPr>
        <p:spPr>
          <a:xfrm>
            <a:off x="1135797" y="2660346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509FC4CE-F0B8-607C-F638-6C23E783DB49}"/>
              </a:ext>
            </a:extLst>
          </p:cNvPr>
          <p:cNvCxnSpPr>
            <a:cxnSpLocks/>
          </p:cNvCxnSpPr>
          <p:nvPr/>
        </p:nvCxnSpPr>
        <p:spPr>
          <a:xfrm>
            <a:off x="6231978" y="3405440"/>
            <a:ext cx="27000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図 50" descr="ロゴ&#10;&#10;自動的に生成された説明">
            <a:extLst>
              <a:ext uri="{FF2B5EF4-FFF2-40B4-BE49-F238E27FC236}">
                <a16:creationId xmlns:a16="http://schemas.microsoft.com/office/drawing/2014/main" id="{EECEF1FC-8E4B-D364-076E-555010B0ED21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6493" y="2979298"/>
            <a:ext cx="468000" cy="147271"/>
          </a:xfrm>
          <a:prstGeom prst="rect">
            <a:avLst/>
          </a:prstGeom>
        </p:spPr>
      </p:pic>
      <p:pic>
        <p:nvPicPr>
          <p:cNvPr id="102" name="図 101" descr="アイコン&#10;&#10;自動的に生成された説明">
            <a:extLst>
              <a:ext uri="{FF2B5EF4-FFF2-40B4-BE49-F238E27FC236}">
                <a16:creationId xmlns:a16="http://schemas.microsoft.com/office/drawing/2014/main" id="{C72D4B62-CFBF-BF9D-EEFD-D113DE5B4688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2538846"/>
            <a:ext cx="324000" cy="243000"/>
          </a:xfrm>
          <a:prstGeom prst="rect">
            <a:avLst/>
          </a:prstGeom>
        </p:spPr>
      </p:pic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443298A4-8D82-F531-5AFF-71FC9CB6B976}"/>
              </a:ext>
            </a:extLst>
          </p:cNvPr>
          <p:cNvCxnSpPr>
            <a:cxnSpLocks/>
            <a:stCxn id="68" idx="1"/>
            <a:endCxn id="68" idx="3"/>
          </p:cNvCxnSpPr>
          <p:nvPr/>
        </p:nvCxnSpPr>
        <p:spPr>
          <a:xfrm>
            <a:off x="4000493" y="2439846"/>
            <a:ext cx="90000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293FBF79-94D8-7D05-A984-87C5707CA4FE}"/>
              </a:ext>
            </a:extLst>
          </p:cNvPr>
          <p:cNvSpPr txBox="1"/>
          <p:nvPr/>
        </p:nvSpPr>
        <p:spPr>
          <a:xfrm>
            <a:off x="1193541" y="2276991"/>
            <a:ext cx="408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Browser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D73E73BD-4BE5-6BAC-AE43-2FBCED63B94E}"/>
              </a:ext>
            </a:extLst>
          </p:cNvPr>
          <p:cNvCxnSpPr>
            <a:cxnSpLocks/>
          </p:cNvCxnSpPr>
          <p:nvPr/>
        </p:nvCxnSpPr>
        <p:spPr>
          <a:xfrm>
            <a:off x="1135797" y="2259846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図 121" descr="アイコン&#10;&#10;自動的に生成された説明">
            <a:extLst>
              <a:ext uri="{FF2B5EF4-FFF2-40B4-BE49-F238E27FC236}">
                <a16:creationId xmlns:a16="http://schemas.microsoft.com/office/drawing/2014/main" id="{A0178648-176D-B451-6F00-467C0A96BB74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2097846"/>
            <a:ext cx="324000" cy="324000"/>
          </a:xfrm>
          <a:prstGeom prst="rect">
            <a:avLst/>
          </a:prstGeom>
        </p:spPr>
      </p:pic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B55559BC-C87C-96BD-AC88-765B0BD6C17B}"/>
              </a:ext>
            </a:extLst>
          </p:cNvPr>
          <p:cNvCxnSpPr>
            <a:cxnSpLocks/>
            <a:stCxn id="122" idx="3"/>
            <a:endCxn id="68" idx="1"/>
          </p:cNvCxnSpPr>
          <p:nvPr/>
        </p:nvCxnSpPr>
        <p:spPr>
          <a:xfrm>
            <a:off x="2022216" y="2259846"/>
            <a:ext cx="1978277" cy="180000"/>
          </a:xfrm>
          <a:prstGeom prst="bentConnector3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コネクタ: カギ線 128">
            <a:extLst>
              <a:ext uri="{FF2B5EF4-FFF2-40B4-BE49-F238E27FC236}">
                <a16:creationId xmlns:a16="http://schemas.microsoft.com/office/drawing/2014/main" id="{7B57E8E6-D0D6-5D65-6F58-9E85B9BE77CF}"/>
              </a:ext>
            </a:extLst>
          </p:cNvPr>
          <p:cNvCxnSpPr>
            <a:cxnSpLocks/>
            <a:stCxn id="102" idx="3"/>
            <a:endCxn id="68" idx="1"/>
          </p:cNvCxnSpPr>
          <p:nvPr/>
        </p:nvCxnSpPr>
        <p:spPr>
          <a:xfrm flipV="1">
            <a:off x="2022216" y="2439846"/>
            <a:ext cx="1978277" cy="220500"/>
          </a:xfrm>
          <a:prstGeom prst="bentConnector3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A29105A0-CCEC-FCD7-42D9-E93199D772A1}"/>
              </a:ext>
            </a:extLst>
          </p:cNvPr>
          <p:cNvCxnSpPr>
            <a:cxnSpLocks/>
            <a:stCxn id="68" idx="3"/>
            <a:endCxn id="21" idx="2"/>
          </p:cNvCxnSpPr>
          <p:nvPr/>
        </p:nvCxnSpPr>
        <p:spPr>
          <a:xfrm>
            <a:off x="4900493" y="2439846"/>
            <a:ext cx="2776912" cy="337185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図 136" descr="アイコン&#10;&#10;自動的に生成された説明">
            <a:extLst>
              <a:ext uri="{FF2B5EF4-FFF2-40B4-BE49-F238E27FC236}">
                <a16:creationId xmlns:a16="http://schemas.microsoft.com/office/drawing/2014/main" id="{516F8AF2-36A6-B108-B49F-BA8079211EF1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3058404"/>
            <a:ext cx="324000" cy="324000"/>
          </a:xfrm>
          <a:prstGeom prst="rect">
            <a:avLst/>
          </a:prstGeom>
        </p:spPr>
      </p:pic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7C283075-0104-C9C8-ABC8-796CAA285158}"/>
              </a:ext>
            </a:extLst>
          </p:cNvPr>
          <p:cNvCxnSpPr>
            <a:cxnSpLocks/>
            <a:stCxn id="137" idx="3"/>
            <a:endCxn id="56" idx="1"/>
          </p:cNvCxnSpPr>
          <p:nvPr/>
        </p:nvCxnSpPr>
        <p:spPr>
          <a:xfrm>
            <a:off x="2022216" y="3220404"/>
            <a:ext cx="2032277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141">
            <a:extLst>
              <a:ext uri="{FF2B5EF4-FFF2-40B4-BE49-F238E27FC236}">
                <a16:creationId xmlns:a16="http://schemas.microsoft.com/office/drawing/2014/main" id="{50C48D85-9FE7-FD98-F42F-99D868B4B8F6}"/>
              </a:ext>
            </a:extLst>
          </p:cNvPr>
          <p:cNvCxnSpPr>
            <a:cxnSpLocks/>
          </p:cNvCxnSpPr>
          <p:nvPr/>
        </p:nvCxnSpPr>
        <p:spPr>
          <a:xfrm>
            <a:off x="1135797" y="3220404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1F82151-FCFA-7EEE-2358-B5C70922E626}"/>
              </a:ext>
            </a:extLst>
          </p:cNvPr>
          <p:cNvSpPr txBox="1"/>
          <p:nvPr/>
        </p:nvSpPr>
        <p:spPr>
          <a:xfrm>
            <a:off x="1193541" y="3237549"/>
            <a:ext cx="408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Browser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6CD596EA-2B3D-0E07-3E8C-0E5526E97441}"/>
              </a:ext>
            </a:extLst>
          </p:cNvPr>
          <p:cNvSpPr txBox="1"/>
          <p:nvPr/>
        </p:nvSpPr>
        <p:spPr>
          <a:xfrm>
            <a:off x="3372823" y="3258132"/>
            <a:ext cx="47288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7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Port=8001</a:t>
            </a:r>
            <a:endParaRPr kumimoji="1" lang="ja-JP" altLang="en-US" sz="7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46" name="直線矢印コネクタ 145">
            <a:extLst>
              <a:ext uri="{FF2B5EF4-FFF2-40B4-BE49-F238E27FC236}">
                <a16:creationId xmlns:a16="http://schemas.microsoft.com/office/drawing/2014/main" id="{83BD38FA-4550-1939-51F7-D22143E979BB}"/>
              </a:ext>
            </a:extLst>
          </p:cNvPr>
          <p:cNvCxnSpPr>
            <a:cxnSpLocks/>
            <a:stCxn id="68" idx="2"/>
            <a:endCxn id="56" idx="0"/>
          </p:cNvCxnSpPr>
          <p:nvPr/>
        </p:nvCxnSpPr>
        <p:spPr>
          <a:xfrm>
            <a:off x="4450493" y="2781846"/>
            <a:ext cx="0" cy="150558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四角形: 角を丸くする 148">
            <a:extLst>
              <a:ext uri="{FF2B5EF4-FFF2-40B4-BE49-F238E27FC236}">
                <a16:creationId xmlns:a16="http://schemas.microsoft.com/office/drawing/2014/main" id="{20A792CB-F936-3E29-D6AA-148E22E16975}"/>
              </a:ext>
            </a:extLst>
          </p:cNvPr>
          <p:cNvSpPr/>
          <p:nvPr/>
        </p:nvSpPr>
        <p:spPr>
          <a:xfrm>
            <a:off x="6339410" y="1682946"/>
            <a:ext cx="1008000" cy="828000"/>
          </a:xfrm>
          <a:prstGeom prst="roundRect">
            <a:avLst>
              <a:gd name="adj" fmla="val 10552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0" rtlCol="0" anchor="t" anchorCtr="0"/>
          <a:lstStyle/>
          <a:p>
            <a:pPr algn="ctr"/>
            <a:r>
              <a:rPr kumimoji="1" lang="en-US" altLang="ja-JP" sz="8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ollama</a:t>
            </a:r>
            <a:endParaRPr kumimoji="1" lang="en-US" altLang="ja-JP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container</a:t>
            </a:r>
          </a:p>
        </p:txBody>
      </p: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AFB5C35F-2636-F2C8-A9A9-AD88765D749E}"/>
              </a:ext>
            </a:extLst>
          </p:cNvPr>
          <p:cNvCxnSpPr>
            <a:cxnSpLocks/>
            <a:stCxn id="68" idx="3"/>
            <a:endCxn id="149" idx="1"/>
          </p:cNvCxnSpPr>
          <p:nvPr/>
        </p:nvCxnSpPr>
        <p:spPr>
          <a:xfrm flipV="1">
            <a:off x="4900493" y="2096946"/>
            <a:ext cx="1438917" cy="342900"/>
          </a:xfrm>
          <a:prstGeom prst="straightConnector1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四角形: 角を丸くする 168">
            <a:extLst>
              <a:ext uri="{FF2B5EF4-FFF2-40B4-BE49-F238E27FC236}">
                <a16:creationId xmlns:a16="http://schemas.microsoft.com/office/drawing/2014/main" id="{65B28451-5DC6-E880-DB3C-25EC0189CA33}"/>
              </a:ext>
            </a:extLst>
          </p:cNvPr>
          <p:cNvSpPr/>
          <p:nvPr/>
        </p:nvSpPr>
        <p:spPr>
          <a:xfrm>
            <a:off x="7686724" y="620673"/>
            <a:ext cx="1152000" cy="576000"/>
          </a:xfrm>
          <a:prstGeom prst="roundRect">
            <a:avLst>
              <a:gd name="adj" fmla="val 1055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36000" rtlCol="0" anchor="b" anchorCtr="1"/>
          <a:lstStyle/>
          <a:p>
            <a:pPr algn="ctr"/>
            <a:r>
              <a:rPr kumimoji="1" lang="en-US" altLang="ja-JP" sz="9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Kong Konnect</a:t>
            </a:r>
            <a:endParaRPr kumimoji="1" lang="ja-JP" altLang="en-US" sz="9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1" name="図 170" descr="文字が書かれている&#10;&#10;中程度の精度で自動的に生成された説明">
            <a:extLst>
              <a:ext uri="{FF2B5EF4-FFF2-40B4-BE49-F238E27FC236}">
                <a16:creationId xmlns:a16="http://schemas.microsoft.com/office/drawing/2014/main" id="{85F9AEE0-A883-E53B-4474-5A61B8DE0C8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6724" y="727344"/>
            <a:ext cx="612000" cy="198001"/>
          </a:xfrm>
          <a:prstGeom prst="rect">
            <a:avLst/>
          </a:prstGeom>
        </p:spPr>
      </p:pic>
      <p:sp>
        <p:nvSpPr>
          <p:cNvPr id="173" name="テキスト ボックス 172">
            <a:extLst>
              <a:ext uri="{FF2B5EF4-FFF2-40B4-BE49-F238E27FC236}">
                <a16:creationId xmlns:a16="http://schemas.microsoft.com/office/drawing/2014/main" id="{444EDC99-2A63-A50B-04C6-AFC2017F932D}"/>
              </a:ext>
            </a:extLst>
          </p:cNvPr>
          <p:cNvSpPr txBox="1"/>
          <p:nvPr/>
        </p:nvSpPr>
        <p:spPr>
          <a:xfrm>
            <a:off x="1193541" y="1086594"/>
            <a:ext cx="4392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Terminal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5" name="図 174" descr="アイコン&#10;&#10;自動的に生成された説明">
            <a:extLst>
              <a:ext uri="{FF2B5EF4-FFF2-40B4-BE49-F238E27FC236}">
                <a16:creationId xmlns:a16="http://schemas.microsoft.com/office/drawing/2014/main" id="{5B79E8DF-621F-0E12-CFB4-209AF26445C6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947949"/>
            <a:ext cx="324000" cy="243000"/>
          </a:xfrm>
          <a:prstGeom prst="rect">
            <a:avLst/>
          </a:prstGeom>
        </p:spPr>
      </p:pic>
      <p:sp>
        <p:nvSpPr>
          <p:cNvPr id="176" name="テキスト ボックス 175">
            <a:extLst>
              <a:ext uri="{FF2B5EF4-FFF2-40B4-BE49-F238E27FC236}">
                <a16:creationId xmlns:a16="http://schemas.microsoft.com/office/drawing/2014/main" id="{4DFCB850-E747-1B77-FFEE-4DF2F92A60F7}"/>
              </a:ext>
            </a:extLst>
          </p:cNvPr>
          <p:cNvSpPr txBox="1"/>
          <p:nvPr/>
        </p:nvSpPr>
        <p:spPr>
          <a:xfrm>
            <a:off x="1193541" y="764613"/>
            <a:ext cx="408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Browser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A8DAA76-18EB-9152-4E54-89131CDD1545}"/>
              </a:ext>
            </a:extLst>
          </p:cNvPr>
          <p:cNvCxnSpPr>
            <a:cxnSpLocks/>
          </p:cNvCxnSpPr>
          <p:nvPr/>
        </p:nvCxnSpPr>
        <p:spPr>
          <a:xfrm>
            <a:off x="1135797" y="1069449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8" name="図 177" descr="アイコン&#10;&#10;自動的に生成された説明">
            <a:extLst>
              <a:ext uri="{FF2B5EF4-FFF2-40B4-BE49-F238E27FC236}">
                <a16:creationId xmlns:a16="http://schemas.microsoft.com/office/drawing/2014/main" id="{9F3015B7-B896-48A7-84DD-7E8E4A5653B8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8216" y="585468"/>
            <a:ext cx="324000" cy="324000"/>
          </a:xfrm>
          <a:prstGeom prst="rect">
            <a:avLst/>
          </a:prstGeom>
        </p:spPr>
      </p:pic>
      <p:cxnSp>
        <p:nvCxnSpPr>
          <p:cNvPr id="177" name="直線矢印コネクタ 176">
            <a:extLst>
              <a:ext uri="{FF2B5EF4-FFF2-40B4-BE49-F238E27FC236}">
                <a16:creationId xmlns:a16="http://schemas.microsoft.com/office/drawing/2014/main" id="{497968A0-CC50-8321-D9DB-D3EDD7466DF4}"/>
              </a:ext>
            </a:extLst>
          </p:cNvPr>
          <p:cNvCxnSpPr>
            <a:cxnSpLocks/>
          </p:cNvCxnSpPr>
          <p:nvPr/>
        </p:nvCxnSpPr>
        <p:spPr>
          <a:xfrm>
            <a:off x="1135797" y="747468"/>
            <a:ext cx="5624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コネクタ: カギ線 178">
            <a:extLst>
              <a:ext uri="{FF2B5EF4-FFF2-40B4-BE49-F238E27FC236}">
                <a16:creationId xmlns:a16="http://schemas.microsoft.com/office/drawing/2014/main" id="{64F53FFF-A07B-E5B6-127E-529E4583FCD5}"/>
              </a:ext>
            </a:extLst>
          </p:cNvPr>
          <p:cNvCxnSpPr>
            <a:cxnSpLocks/>
            <a:stCxn id="178" idx="3"/>
            <a:endCxn id="169" idx="1"/>
          </p:cNvCxnSpPr>
          <p:nvPr/>
        </p:nvCxnSpPr>
        <p:spPr>
          <a:xfrm>
            <a:off x="2022216" y="747468"/>
            <a:ext cx="5664508" cy="161205"/>
          </a:xfrm>
          <a:prstGeom prst="bentConnector3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FF550B72-45C4-3B6D-D4A9-B33020506D95}"/>
              </a:ext>
            </a:extLst>
          </p:cNvPr>
          <p:cNvCxnSpPr>
            <a:cxnSpLocks/>
            <a:stCxn id="175" idx="3"/>
            <a:endCxn id="169" idx="1"/>
          </p:cNvCxnSpPr>
          <p:nvPr/>
        </p:nvCxnSpPr>
        <p:spPr>
          <a:xfrm flipV="1">
            <a:off x="2022216" y="908673"/>
            <a:ext cx="5664508" cy="160776"/>
          </a:xfrm>
          <a:prstGeom prst="bentConnector3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コネクタ: 曲線 186">
            <a:extLst>
              <a:ext uri="{FF2B5EF4-FFF2-40B4-BE49-F238E27FC236}">
                <a16:creationId xmlns:a16="http://schemas.microsoft.com/office/drawing/2014/main" id="{D811221E-49CD-DDFA-8624-F33C7F7F5D0C}"/>
              </a:ext>
            </a:extLst>
          </p:cNvPr>
          <p:cNvCxnSpPr>
            <a:cxnSpLocks/>
            <a:stCxn id="68" idx="0"/>
          </p:cNvCxnSpPr>
          <p:nvPr/>
        </p:nvCxnSpPr>
        <p:spPr>
          <a:xfrm rot="5400000" flipH="1" flipV="1">
            <a:off x="5535666" y="-43895"/>
            <a:ext cx="1056568" cy="3226914"/>
          </a:xfrm>
          <a:prstGeom prst="curvedConnector2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テキスト ボックス 180">
            <a:extLst>
              <a:ext uri="{FF2B5EF4-FFF2-40B4-BE49-F238E27FC236}">
                <a16:creationId xmlns:a16="http://schemas.microsoft.com/office/drawing/2014/main" id="{D866DB7B-0120-4B7A-ABD4-46357DF01052}"/>
              </a:ext>
            </a:extLst>
          </p:cNvPr>
          <p:cNvSpPr txBox="1"/>
          <p:nvPr/>
        </p:nvSpPr>
        <p:spPr>
          <a:xfrm>
            <a:off x="2610293" y="1086594"/>
            <a:ext cx="24045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 err="1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decK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68C583E-6F2E-E2A1-A6C7-964E780501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9405" y="2543031"/>
            <a:ext cx="468000" cy="468000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A10EF6F-9EE6-E902-106A-4388B28FEB4C}"/>
              </a:ext>
            </a:extLst>
          </p:cNvPr>
          <p:cNvSpPr txBox="1"/>
          <p:nvPr/>
        </p:nvSpPr>
        <p:spPr>
          <a:xfrm>
            <a:off x="5676139" y="1934545"/>
            <a:ext cx="528991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7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Port=11434</a:t>
            </a:r>
            <a:endParaRPr kumimoji="1" lang="ja-JP" altLang="en-US" sz="7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F02E3D0-FCD6-D1AA-9D76-BF4ED2954ECA}"/>
              </a:ext>
            </a:extLst>
          </p:cNvPr>
          <p:cNvSpPr txBox="1"/>
          <p:nvPr/>
        </p:nvSpPr>
        <p:spPr>
          <a:xfrm>
            <a:off x="6355813" y="2051484"/>
            <a:ext cx="975194" cy="43088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en-US" altLang="ja-JP" sz="7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qwen2.5:1.5b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en-US" altLang="ja-JP" sz="7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qwen2.5:3b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en-US" altLang="ja-JP" sz="700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tinyllama</a:t>
            </a:r>
            <a:endParaRPr kumimoji="1" lang="en-US" altLang="ja-JP" sz="7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en-US" altLang="ja-JP" sz="7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nomic-embed-text</a:t>
            </a:r>
            <a:endParaRPr kumimoji="1" lang="ja-JP" altLang="en-US" sz="7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34CCAE4-6507-18A0-CF09-09763277504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2280" y="1751526"/>
            <a:ext cx="190845" cy="252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03072B1-3C30-F8E6-6969-805DE0553D19}"/>
              </a:ext>
            </a:extLst>
          </p:cNvPr>
          <p:cNvSpPr txBox="1"/>
          <p:nvPr/>
        </p:nvSpPr>
        <p:spPr>
          <a:xfrm>
            <a:off x="2639147" y="2677491"/>
            <a:ext cx="18274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curl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9923176"/>
      </p:ext>
    </p:extLst>
  </p:cSld>
  <p:clrMapOvr>
    <a:masterClrMapping/>
  </p:clrMapOvr>
</p:sld>
</file>

<file path=ppt/theme/theme1.xml><?xml version="1.0" encoding="utf-8"?>
<a:theme xmlns:a="http://schemas.openxmlformats.org/drawingml/2006/main" name="プレゼンテーション_ワイド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5501</TotalTime>
  <Words>60</Words>
  <Application>Microsoft Office PowerPoint</Application>
  <PresentationFormat>画面に合わせる (16:9)</PresentationFormat>
  <Paragraphs>36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Noto Sans Symbols</vt:lpstr>
      <vt:lpstr>Meiryo</vt:lpstr>
      <vt:lpstr>Arial</vt:lpstr>
      <vt:lpstr>Calibri</vt:lpstr>
      <vt:lpstr>プレゼンテーション_ワイド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stuser00031</dc:creator>
  <cp:lastModifiedBy>小沼 俊治</cp:lastModifiedBy>
  <cp:revision>278</cp:revision>
  <cp:lastPrinted>2021-12-16T13:32:38Z</cp:lastPrinted>
  <dcterms:modified xsi:type="dcterms:W3CDTF">2026-08-20T23:12:26Z</dcterms:modified>
</cp:coreProperties>
</file>