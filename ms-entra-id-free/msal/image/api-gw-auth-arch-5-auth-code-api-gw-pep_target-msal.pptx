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7"/>
  </p:notesMasterIdLst>
  <p:sldIdLst>
    <p:sldId id="604" r:id="rId2"/>
    <p:sldId id="612" r:id="rId3"/>
    <p:sldId id="473" r:id="rId4"/>
    <p:sldId id="614" r:id="rId5"/>
    <p:sldId id="599" r:id="rId6"/>
  </p:sldIdLst>
  <p:sldSz cx="12192000" cy="6856413"/>
  <p:notesSz cx="12192000" cy="9626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  <a:srgbClr val="0000FF"/>
    <a:srgbClr val="FF0000"/>
    <a:srgbClr val="FFFFFF"/>
    <a:srgbClr val="E9EDF4"/>
    <a:srgbClr val="D0D8E8"/>
    <a:srgbClr val="4F81BD"/>
    <a:srgbClr val="EFF3EA"/>
    <a:srgbClr val="DEE7D1"/>
    <a:srgbClr val="9BBB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3" autoAdjust="0"/>
    <p:restoredTop sz="94658"/>
  </p:normalViewPr>
  <p:slideViewPr>
    <p:cSldViewPr snapToGrid="0">
      <p:cViewPr varScale="1">
        <p:scale>
          <a:sx n="112" d="100"/>
          <a:sy n="112" d="100"/>
        </p:scale>
        <p:origin x="130" y="12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482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482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D08C24-C375-234A-A713-0D1EEABB99F2}" type="datetimeFigureOut">
              <a:t>2026/4/28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206750" y="1203325"/>
            <a:ext cx="5778500" cy="32496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1219200" y="4632325"/>
            <a:ext cx="9753600" cy="37909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144000"/>
            <a:ext cx="5283200" cy="482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6905625" y="9144000"/>
            <a:ext cx="5283200" cy="482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4B3738-0AA1-4F4C-86A0-4A26CA9EDA6E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2581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54FBE-9E23-93B3-1CAB-EDEEA95B9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D906548-7531-DF2E-7634-1DAAB2CDE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B414646-E20B-9D16-70AC-54FDA58FD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6F7F072-A076-1D1C-D9CA-8573C15BA9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4B3738-0AA1-4F4C-86A0-4A26CA9EDA6E}" type="slidenum">
              <a:rPr lang="en-US" altLang="ja-JP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060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 スライド" userDrawn="1">
  <p:cSld name="タイトル スライド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5abee9caa4_0_424"/>
          <p:cNvSpPr/>
          <p:nvPr/>
        </p:nvSpPr>
        <p:spPr>
          <a:xfrm>
            <a:off x="-635" y="0"/>
            <a:ext cx="12192635" cy="4232939"/>
          </a:xfrm>
          <a:custGeom>
            <a:avLst/>
            <a:gdLst/>
            <a:ahLst/>
            <a:cxnLst/>
            <a:rect l="l" t="t" r="r" b="b"/>
            <a:pathLst>
              <a:path w="20097750" h="7176134" extrusionOk="0">
                <a:moveTo>
                  <a:pt x="20097387" y="7175720"/>
                </a:moveTo>
                <a:lnTo>
                  <a:pt x="0" y="7175720"/>
                </a:lnTo>
                <a:lnTo>
                  <a:pt x="0" y="0"/>
                </a:lnTo>
                <a:lnTo>
                  <a:pt x="20097387" y="0"/>
                </a:lnTo>
                <a:lnTo>
                  <a:pt x="20097387" y="7175720"/>
                </a:lnTo>
                <a:close/>
              </a:path>
            </a:pathLst>
          </a:custGeom>
          <a:solidFill>
            <a:srgbClr val="5AAFE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399" b="0" i="0" u="none" strike="noStrike" cap="none">
              <a:solidFill>
                <a:srgbClr val="000000"/>
              </a:solidFill>
              <a:latin typeface="Meiryo UI" panose="020B0604030504040204" pitchFamily="34" charset="-128"/>
              <a:ea typeface="Meiryo UI" panose="020B0604030504040204" pitchFamily="34" charset="-128"/>
              <a:cs typeface="Calibri"/>
              <a:sym typeface="Calibri"/>
            </a:endParaRPr>
          </a:p>
        </p:txBody>
      </p:sp>
      <p:sp>
        <p:nvSpPr>
          <p:cNvPr id="15" name="Google Shape;15;g35abee9caa4_0_424"/>
          <p:cNvSpPr/>
          <p:nvPr/>
        </p:nvSpPr>
        <p:spPr>
          <a:xfrm>
            <a:off x="0" y="6622467"/>
            <a:ext cx="12192000" cy="23994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872" tIns="60919" rIns="121872" bIns="60919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399" b="0" i="0" u="none" strike="noStrike" cap="none">
              <a:solidFill>
                <a:schemeClr val="dk1"/>
              </a:solidFill>
              <a:latin typeface="Meiryo UI" panose="020B0604030504040204" pitchFamily="34" charset="-128"/>
              <a:ea typeface="Meiryo UI" panose="020B0604030504040204" pitchFamily="34" charset="-128"/>
              <a:cs typeface="Meiryo"/>
              <a:sym typeface="Meiryo"/>
            </a:endParaRPr>
          </a:p>
        </p:txBody>
      </p:sp>
      <p:sp>
        <p:nvSpPr>
          <p:cNvPr id="19" name="Google Shape;19;g35abee9caa4_0_424"/>
          <p:cNvSpPr txBox="1"/>
          <p:nvPr/>
        </p:nvSpPr>
        <p:spPr>
          <a:xfrm>
            <a:off x="4176000" y="6622467"/>
            <a:ext cx="3840000" cy="239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2" tIns="60919" rIns="121872" bIns="60919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FA1"/>
              </a:buClr>
              <a:buSzPts val="800"/>
              <a:buFont typeface="Noto Sans Symbols"/>
              <a:buNone/>
            </a:pPr>
            <a:r>
              <a:rPr lang="en-US" sz="933" b="0" i="0" u="none" strike="noStrike" cap="none">
                <a:solidFill>
                  <a:srgbClr val="A5A5A5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Meiryo"/>
                <a:sym typeface="Meiryo"/>
              </a:rPr>
              <a:t>© SIOS Technology Inc. All rights Reserved.</a:t>
            </a:r>
            <a:endParaRPr sz="933" b="0" i="0" u="none" strike="noStrike" cap="none">
              <a:solidFill>
                <a:schemeClr val="dk1"/>
              </a:solidFill>
              <a:latin typeface="Meiryo UI" panose="020B0604030504040204" pitchFamily="34" charset="-128"/>
              <a:ea typeface="Meiryo UI" panose="020B0604030504040204" pitchFamily="34" charset="-128"/>
              <a:cs typeface="Meiryo"/>
              <a:sym typeface="Meiry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800"/>
              <a:buFont typeface="Meiryo"/>
              <a:buNone/>
            </a:pPr>
            <a:endParaRPr sz="1066" b="0" i="0" u="none" strike="noStrike" cap="none">
              <a:solidFill>
                <a:srgbClr val="BFBFBF"/>
              </a:solidFill>
              <a:latin typeface="Meiryo UI" panose="020B0604030504040204" pitchFamily="34" charset="-128"/>
              <a:ea typeface="Meiryo UI" panose="020B0604030504040204" pitchFamily="34" charset="-128"/>
              <a:cs typeface="Meiryo"/>
              <a:sym typeface="Meiryo"/>
            </a:endParaRPr>
          </a:p>
        </p:txBody>
      </p:sp>
      <p:pic>
        <p:nvPicPr>
          <p:cNvPr id="24" name="Google Shape;24;g35abee9caa4_0_424" descr="黒い背景と白い文字のロゴ&#10;&#10;中程度の精度で自動的に生成された説明"/>
          <p:cNvPicPr preferRelativeResize="0"/>
          <p:nvPr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44001" y="5374756"/>
            <a:ext cx="2284807" cy="92741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7;g35abee9caa4_0_424">
            <a:extLst>
              <a:ext uri="{FF2B5EF4-FFF2-40B4-BE49-F238E27FC236}">
                <a16:creationId xmlns:a16="http://schemas.microsoft.com/office/drawing/2014/main" id="{BBC3CC59-3C16-8BE2-1B5B-636E235E07A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36000" y="1151733"/>
            <a:ext cx="11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609448" lvl="0" indent="-304724" algn="ctr">
              <a:lnSpc>
                <a:spcPct val="100000"/>
              </a:lnSpc>
              <a:spcBef>
                <a:spcPts val="1066"/>
              </a:spcBef>
              <a:spcAft>
                <a:spcPts val="0"/>
              </a:spcAft>
              <a:buSzPts val="4000"/>
              <a:buFont typeface="Meiryo"/>
              <a:buNone/>
              <a:defRPr sz="5332" b="1">
                <a:solidFill>
                  <a:schemeClr val="lt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1218895" lvl="1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■"/>
              <a:defRPr/>
            </a:lvl2pPr>
            <a:lvl3pPr marL="1828343" lvl="2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■"/>
              <a:defRPr/>
            </a:lvl3pPr>
            <a:lvl4pPr marL="2437790" lvl="3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■"/>
              <a:defRPr/>
            </a:lvl4pPr>
            <a:lvl5pPr marL="3047238" lvl="4" indent="-304724" algn="l">
              <a:lnSpc>
                <a:spcPct val="100000"/>
              </a:lnSpc>
              <a:spcBef>
                <a:spcPts val="853"/>
              </a:spcBef>
              <a:spcAft>
                <a:spcPts val="0"/>
              </a:spcAft>
              <a:buSzPts val="3200"/>
              <a:buFont typeface="Meiryo"/>
              <a:buNone/>
              <a:defRPr sz="4266">
                <a:solidFill>
                  <a:schemeClr val="lt1"/>
                </a:solidFill>
              </a:defRPr>
            </a:lvl5pPr>
            <a:lvl6pPr marL="3656686" lvl="5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6133" lvl="6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5581" lvl="7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5028" lvl="8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" name="Google Shape;18;g35abee9caa4_0_424">
            <a:extLst>
              <a:ext uri="{FF2B5EF4-FFF2-40B4-BE49-F238E27FC236}">
                <a16:creationId xmlns:a16="http://schemas.microsoft.com/office/drawing/2014/main" id="{ED8E80D7-08F4-935B-3AC4-BB831BBBCE2F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336000" y="381882"/>
            <a:ext cx="9000000" cy="6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>
            <a:lvl1pPr marL="609448" lvl="0" indent="-304724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Meiryo"/>
              <a:buNone/>
              <a:defRPr sz="3199" b="1">
                <a:solidFill>
                  <a:schemeClr val="lt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1218895" lvl="1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■"/>
              <a:defRPr/>
            </a:lvl2pPr>
            <a:lvl3pPr marL="1828343" lvl="2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■"/>
              <a:defRPr/>
            </a:lvl3pPr>
            <a:lvl4pPr marL="2437790" lvl="3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■"/>
              <a:defRPr/>
            </a:lvl4pPr>
            <a:lvl5pPr marL="3047238" lvl="4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■"/>
              <a:defRPr/>
            </a:lvl5pPr>
            <a:lvl6pPr marL="3656686" lvl="5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6133" lvl="6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5581" lvl="7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5028" lvl="8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" name="Google Shape;21;g35abee9caa4_0_424">
            <a:extLst>
              <a:ext uri="{FF2B5EF4-FFF2-40B4-BE49-F238E27FC236}">
                <a16:creationId xmlns:a16="http://schemas.microsoft.com/office/drawing/2014/main" id="{53BCFC2D-5646-DE2F-01FA-035CA587416D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8052000" y="4242160"/>
            <a:ext cx="4140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448" lvl="0" indent="-304724" algn="ctr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None/>
              <a:defRPr sz="2600" b="1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1218895" lvl="1" indent="-397834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Char char="■"/>
              <a:defRPr sz="1466"/>
            </a:lvl2pPr>
            <a:lvl3pPr marL="1828343" lvl="2" indent="-397834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Char char="■"/>
              <a:defRPr sz="1466"/>
            </a:lvl3pPr>
            <a:lvl4pPr marL="2437790" lvl="3" indent="-397834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Char char="■"/>
              <a:defRPr sz="1466"/>
            </a:lvl4pPr>
            <a:lvl5pPr marL="3047238" lvl="4" indent="-397834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Char char="■"/>
              <a:defRPr sz="1466"/>
            </a:lvl5pPr>
            <a:lvl6pPr marL="3656686" lvl="5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6133" lvl="6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5581" lvl="7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5028" lvl="8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" name="Google Shape;22;g35abee9caa4_0_424">
            <a:extLst>
              <a:ext uri="{FF2B5EF4-FFF2-40B4-BE49-F238E27FC236}">
                <a16:creationId xmlns:a16="http://schemas.microsoft.com/office/drawing/2014/main" id="{1669D1D0-2938-9C8B-6D61-57E39485D754}"/>
              </a:ext>
            </a:extLst>
          </p:cNvPr>
          <p:cNvSpPr txBox="1">
            <a:spLocks noGrp="1"/>
          </p:cNvSpPr>
          <p:nvPr>
            <p:ph type="body" idx="6"/>
          </p:nvPr>
        </p:nvSpPr>
        <p:spPr>
          <a:xfrm>
            <a:off x="3576000" y="5806655"/>
            <a:ext cx="5040000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609448" lvl="0" indent="-304724" algn="ctr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SzPts val="1400"/>
              <a:buNone/>
              <a:defRPr sz="1866" b="1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1218895" lvl="1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■"/>
              <a:defRPr/>
            </a:lvl2pPr>
            <a:lvl3pPr marL="1828343" lvl="2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■"/>
              <a:defRPr/>
            </a:lvl3pPr>
            <a:lvl4pPr marL="2437790" lvl="3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■"/>
              <a:defRPr/>
            </a:lvl4pPr>
            <a:lvl5pPr marL="3047238" lvl="4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■"/>
              <a:defRPr/>
            </a:lvl5pPr>
            <a:lvl6pPr marL="3656686" lvl="5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6133" lvl="6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5581" lvl="7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5028" lvl="8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23;g35abee9caa4_0_424">
            <a:extLst>
              <a:ext uri="{FF2B5EF4-FFF2-40B4-BE49-F238E27FC236}">
                <a16:creationId xmlns:a16="http://schemas.microsoft.com/office/drawing/2014/main" id="{5C19FCCD-2816-E679-A603-80B4050FD65B}"/>
              </a:ext>
            </a:extLst>
          </p:cNvPr>
          <p:cNvSpPr txBox="1">
            <a:spLocks noGrp="1"/>
          </p:cNvSpPr>
          <p:nvPr>
            <p:ph type="body" idx="7"/>
          </p:nvPr>
        </p:nvSpPr>
        <p:spPr>
          <a:xfrm>
            <a:off x="2496000" y="5038833"/>
            <a:ext cx="72000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609448" lvl="0" indent="-304724" algn="ctr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SzPts val="1400"/>
              <a:buNone/>
              <a:defRPr sz="3200" b="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1218895" lvl="1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■"/>
              <a:defRPr/>
            </a:lvl2pPr>
            <a:lvl3pPr marL="1828343" lvl="2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■"/>
              <a:defRPr/>
            </a:lvl3pPr>
            <a:lvl4pPr marL="2437790" lvl="3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■"/>
              <a:defRPr/>
            </a:lvl4pPr>
            <a:lvl5pPr marL="3047238" lvl="4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■"/>
              <a:defRPr/>
            </a:lvl5pPr>
            <a:lvl6pPr marL="3656686" lvl="5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6133" lvl="6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5581" lvl="7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5028" lvl="8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3275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>
  <p:cSld name="タイトルとコンテンツ">
    <p:bg>
      <p:bgPr>
        <a:solidFill>
          <a:schemeClr val="bg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 hasCustomPrompt="1"/>
          </p:nvPr>
        </p:nvSpPr>
        <p:spPr>
          <a:xfrm>
            <a:off x="216000" y="959778"/>
            <a:ext cx="11760000" cy="5662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80364" lvl="0" indent="-412647" algn="l">
              <a:lnSpc>
                <a:spcPct val="100000"/>
              </a:lnSpc>
              <a:spcBef>
                <a:spcPts val="746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Wingdings" pitchFamily="2" charset="2"/>
              <a:buChar char="n"/>
              <a:tabLst/>
              <a:defRPr sz="2133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defRPr>
            </a:lvl1pPr>
            <a:lvl2pPr marL="952262" lvl="1" indent="-471899" algn="l">
              <a:lnSpc>
                <a:spcPct val="100000"/>
              </a:lnSpc>
              <a:spcBef>
                <a:spcPts val="746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Wingdings" pitchFamily="2" charset="2"/>
              <a:buChar char="p"/>
              <a:tabLst/>
              <a:defRPr sz="2133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 marL="1424161" lvl="2" indent="-471899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tabLst/>
              <a:defRPr sz="2133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 marL="2437790" lvl="3" indent="-474015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2F4FA1"/>
              </a:buClr>
              <a:buSzPts val="2000"/>
              <a:buFont typeface="Noto Sans Symbols"/>
              <a:buChar char="■"/>
              <a:defRPr/>
            </a:lvl4pPr>
            <a:lvl5pPr marL="3047238" lvl="4" indent="-474015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2F4FA1"/>
              </a:buClr>
              <a:buSzPts val="2000"/>
              <a:buFont typeface="Noto Sans Symbols"/>
              <a:buChar char="■"/>
              <a:defRPr/>
            </a:lvl5pPr>
            <a:lvl6pPr marL="3656686" lvl="5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6133" lvl="6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5581" lvl="7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5028" lvl="8" indent="-45708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 dirty="0" err="1"/>
              <a:t>aaa</a:t>
            </a:r>
            <a:endParaRPr lang="en-US" dirty="0"/>
          </a:p>
          <a:p>
            <a:pPr lvl="1"/>
            <a:r>
              <a:rPr lang="en-US" dirty="0" err="1"/>
              <a:t>aaa</a:t>
            </a:r>
            <a:endParaRPr lang="en-US" dirty="0"/>
          </a:p>
          <a:p>
            <a:pPr lvl="2"/>
            <a:r>
              <a:rPr lang="en-US" dirty="0" err="1"/>
              <a:t>aaa</a:t>
            </a:r>
            <a:endParaRPr dirty="0"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11376000" y="6622467"/>
            <a:ext cx="816000" cy="239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6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6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6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6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6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6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6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6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6" b="0" i="0" u="none" strike="noStrike" cap="none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rtl="0"/>
            <a:fld id="{00000000-1234-1234-1234-123412341234}" type="slidenum">
              <a:rPr lang="en-US"/>
              <a:pPr rtl="0"/>
              <a:t>‹#›</a:t>
            </a:fld>
            <a:endParaRPr lang="en-US"/>
          </a:p>
        </p:txBody>
      </p:sp>
      <p:sp>
        <p:nvSpPr>
          <p:cNvPr id="29" name="Google Shape;29;p7"/>
          <p:cNvSpPr/>
          <p:nvPr/>
        </p:nvSpPr>
        <p:spPr>
          <a:xfrm>
            <a:off x="4176000" y="6622467"/>
            <a:ext cx="3840000" cy="239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2" tIns="60919" rIns="121872" bIns="60919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FA1"/>
              </a:buClr>
              <a:buSzPts val="800"/>
              <a:buFont typeface="Noto Sans Symbols"/>
              <a:buNone/>
            </a:pPr>
            <a:r>
              <a:rPr lang="en-US" sz="933" b="0" i="0" u="none" strike="noStrike" cap="none">
                <a:solidFill>
                  <a:srgbClr val="A5A5A5"/>
                </a:solidFill>
                <a:latin typeface="Meiryo"/>
                <a:ea typeface="Meiryo"/>
                <a:cs typeface="Meiryo"/>
                <a:sym typeface="Meiryo"/>
              </a:rPr>
              <a:t>© SIOS Technology Inc. All rights Reserved.</a:t>
            </a:r>
            <a:endParaRPr sz="933" b="0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FA1"/>
              </a:buClr>
              <a:buSzPts val="800"/>
              <a:buFont typeface="Noto Sans Symbols"/>
              <a:buNone/>
            </a:pPr>
            <a:r>
              <a:rPr lang="en-US" sz="1066" b="0" i="0" u="none" strike="noStrike" cap="none">
                <a:solidFill>
                  <a:srgbClr val="A5A5A5"/>
                </a:solidFill>
                <a:latin typeface="Meiryo"/>
                <a:ea typeface="Meiryo"/>
                <a:cs typeface="Meiryo"/>
                <a:sym typeface="Meiryo"/>
              </a:rPr>
              <a:t>.</a:t>
            </a:r>
            <a:endParaRPr sz="1066" b="0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" name="Google Shape;30;p7"/>
          <p:cNvSpPr/>
          <p:nvPr/>
        </p:nvSpPr>
        <p:spPr>
          <a:xfrm>
            <a:off x="0" y="825409"/>
            <a:ext cx="12192000" cy="71983"/>
          </a:xfrm>
          <a:prstGeom prst="rect">
            <a:avLst/>
          </a:prstGeom>
          <a:solidFill>
            <a:srgbClr val="5AAFE1"/>
          </a:solidFill>
          <a:ln>
            <a:noFill/>
          </a:ln>
        </p:spPr>
        <p:txBody>
          <a:bodyPr spcFirstLastPara="1" wrap="square" lIns="121872" tIns="60919" rIns="121872" bIns="60919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399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-523" y="0"/>
            <a:ext cx="12192000" cy="815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6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26" name="Google Shape;26;p7" descr="黒い背景と白い文字のロゴ&#10;&#10;中程度の精度で自動的に生成された説明"/>
          <p:cNvPicPr preferRelativeResize="0"/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176007" y="0"/>
            <a:ext cx="2009844" cy="81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222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">
  <p:cSld name="セクション見出し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152000" y="2735367"/>
            <a:ext cx="9960843" cy="1439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609448" lvl="0" indent="-304724" algn="r">
              <a:spcBef>
                <a:spcPts val="853"/>
              </a:spcBef>
              <a:spcAft>
                <a:spcPts val="0"/>
              </a:spcAft>
              <a:buSzPts val="3200"/>
              <a:buNone/>
              <a:defRPr sz="4800" b="1">
                <a:solidFill>
                  <a:schemeClr val="dk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1218895" lvl="1" indent="-304724" algn="l">
              <a:spcBef>
                <a:spcPts val="480"/>
              </a:spcBef>
              <a:spcAft>
                <a:spcPts val="0"/>
              </a:spcAft>
              <a:buSzPts val="1800"/>
              <a:buNone/>
              <a:defRPr sz="2399">
                <a:solidFill>
                  <a:srgbClr val="888888"/>
                </a:solidFill>
              </a:defRPr>
            </a:lvl2pPr>
            <a:lvl3pPr marL="1828343" lvl="2" indent="-304724" algn="l">
              <a:spcBef>
                <a:spcPts val="427"/>
              </a:spcBef>
              <a:spcAft>
                <a:spcPts val="0"/>
              </a:spcAft>
              <a:buSzPts val="1600"/>
              <a:buNone/>
              <a:defRPr sz="2133">
                <a:solidFill>
                  <a:srgbClr val="888888"/>
                </a:solidFill>
              </a:defRPr>
            </a:lvl3pPr>
            <a:lvl4pPr marL="2437790" lvl="3" indent="-304724" algn="l">
              <a:spcBef>
                <a:spcPts val="373"/>
              </a:spcBef>
              <a:spcAft>
                <a:spcPts val="0"/>
              </a:spcAft>
              <a:buSzPts val="1400"/>
              <a:buNone/>
              <a:defRPr sz="1866">
                <a:solidFill>
                  <a:srgbClr val="888888"/>
                </a:solidFill>
              </a:defRPr>
            </a:lvl4pPr>
            <a:lvl5pPr marL="3047238" lvl="4" indent="-304724" algn="l">
              <a:spcBef>
                <a:spcPts val="373"/>
              </a:spcBef>
              <a:spcAft>
                <a:spcPts val="0"/>
              </a:spcAft>
              <a:buSzPts val="1400"/>
              <a:buNone/>
              <a:defRPr sz="1866">
                <a:solidFill>
                  <a:srgbClr val="888888"/>
                </a:solidFill>
              </a:defRPr>
            </a:lvl5pPr>
            <a:lvl6pPr marL="3656686" lvl="5" indent="-304724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6">
                <a:solidFill>
                  <a:srgbClr val="888888"/>
                </a:solidFill>
              </a:defRPr>
            </a:lvl6pPr>
            <a:lvl7pPr marL="4266133" lvl="6" indent="-304724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6">
                <a:solidFill>
                  <a:srgbClr val="888888"/>
                </a:solidFill>
              </a:defRPr>
            </a:lvl7pPr>
            <a:lvl8pPr marL="4875581" lvl="7" indent="-304724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6">
                <a:solidFill>
                  <a:srgbClr val="888888"/>
                </a:solidFill>
              </a:defRPr>
            </a:lvl8pPr>
            <a:lvl9pPr marL="5485028" lvl="8" indent="-304724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6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11376000" y="6622467"/>
            <a:ext cx="816000" cy="239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066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lvl="1" indent="0" algn="ctr">
              <a:spcBef>
                <a:spcPts val="0"/>
              </a:spcBef>
              <a:buNone/>
              <a:defRPr sz="1066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lvl="2" indent="0" algn="ctr">
              <a:spcBef>
                <a:spcPts val="0"/>
              </a:spcBef>
              <a:buNone/>
              <a:defRPr sz="1066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lvl="3" indent="0" algn="ctr">
              <a:spcBef>
                <a:spcPts val="0"/>
              </a:spcBef>
              <a:buNone/>
              <a:defRPr sz="1066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lvl="4" indent="0" algn="ctr">
              <a:spcBef>
                <a:spcPts val="0"/>
              </a:spcBef>
              <a:buNone/>
              <a:defRPr sz="1066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lvl="5" indent="0" algn="ctr">
              <a:spcBef>
                <a:spcPts val="0"/>
              </a:spcBef>
              <a:buNone/>
              <a:defRPr sz="1066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lvl="6" indent="0" algn="ctr">
              <a:spcBef>
                <a:spcPts val="0"/>
              </a:spcBef>
              <a:buNone/>
              <a:defRPr sz="1066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lvl="7" indent="0" algn="ctr">
              <a:spcBef>
                <a:spcPts val="0"/>
              </a:spcBef>
              <a:buNone/>
              <a:defRPr sz="1066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lvl="8" indent="0" algn="ctr">
              <a:spcBef>
                <a:spcPts val="0"/>
              </a:spcBef>
              <a:buNone/>
              <a:defRPr sz="1066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rtl="0"/>
            <a:fld id="{00000000-1234-1234-1234-123412341234}" type="slidenum">
              <a:rPr lang="en-US" altLang="ja-JP" smtClean="0"/>
              <a:pPr rtl="0"/>
              <a:t>‹#›</a:t>
            </a:fld>
            <a:endParaRPr lang="ja-JP" altLang="en-US"/>
          </a:p>
        </p:txBody>
      </p:sp>
      <p:sp>
        <p:nvSpPr>
          <p:cNvPr id="57" name="Google Shape;57;p5"/>
          <p:cNvSpPr/>
          <p:nvPr/>
        </p:nvSpPr>
        <p:spPr>
          <a:xfrm>
            <a:off x="4176000" y="6622467"/>
            <a:ext cx="3840000" cy="239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2" tIns="60919" rIns="121872" bIns="60919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F4FA1"/>
              </a:buClr>
              <a:buSzPts val="800"/>
              <a:buFont typeface="Noto Sans Symbols"/>
              <a:buNone/>
            </a:pPr>
            <a:r>
              <a:rPr lang="en-US" altLang="ja-JP" sz="933" dirty="0">
                <a:solidFill>
                  <a:srgbClr val="A5A5A5"/>
                </a:solidFill>
                <a:latin typeface="Meiryo"/>
                <a:ea typeface="Meiryo"/>
                <a:cs typeface="Meiryo"/>
                <a:sym typeface="Meiryo"/>
              </a:rPr>
              <a:t>© SIOS Technology Inc. All rights Reserved.</a:t>
            </a:r>
            <a:endParaRPr lang="en-US" altLang="ja-JP" sz="933" dirty="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11" name="図 10" descr="黒い背景と白い文字のロゴ&#10;&#10;中程度の精度で自動的に生成された説明">
            <a:extLst>
              <a:ext uri="{FF2B5EF4-FFF2-40B4-BE49-F238E27FC236}">
                <a16:creationId xmlns:a16="http://schemas.microsoft.com/office/drawing/2014/main" id="{9CD0F76D-EBBF-4C98-83CE-0D80DA1582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6001" y="0"/>
            <a:ext cx="2009852" cy="815811"/>
          </a:xfrm>
          <a:prstGeom prst="rect">
            <a:avLst/>
          </a:prstGeom>
        </p:spPr>
      </p:pic>
      <p:sp>
        <p:nvSpPr>
          <p:cNvPr id="12" name="Google Shape;46;p4">
            <a:extLst>
              <a:ext uri="{FF2B5EF4-FFF2-40B4-BE49-F238E27FC236}">
                <a16:creationId xmlns:a16="http://schemas.microsoft.com/office/drawing/2014/main" id="{120F9CE1-E094-4597-B904-6C4E7E0248A5}"/>
              </a:ext>
            </a:extLst>
          </p:cNvPr>
          <p:cNvSpPr/>
          <p:nvPr userDrawn="1"/>
        </p:nvSpPr>
        <p:spPr>
          <a:xfrm>
            <a:off x="912000" y="4175034"/>
            <a:ext cx="11280000" cy="95978"/>
          </a:xfrm>
          <a:prstGeom prst="rect">
            <a:avLst/>
          </a:prstGeom>
          <a:solidFill>
            <a:srgbClr val="5AAFE1"/>
          </a:solidFill>
          <a:ln>
            <a:noFill/>
          </a:ln>
        </p:spPr>
        <p:txBody>
          <a:bodyPr spcFirstLastPara="1" wrap="square" lIns="121872" tIns="60919" rIns="121872" bIns="60919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99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364138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8299" y="157606"/>
            <a:ext cx="1625600" cy="335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BIZ UDPGothic"/>
                <a:cs typeface="BIZ UDP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8299" y="6546976"/>
            <a:ext cx="2713990" cy="1765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rgbClr val="6A7280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275"/>
              </a:lnSpc>
            </a:pPr>
            <a:endParaRPr spc="-10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9" r:id="rId3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microsoft.com/office/2007/relationships/hdphoto" Target="../media/hdphoto1.wdp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9284EAE-AB4F-46ED-4B38-57257E999B8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kumimoji="1" lang="en-US" altLang="ja-JP" sz="4400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0DFC51C-4FCC-3EC8-2B46-C069DCC03DC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07AADE9-A85C-EBD6-80E5-2719873BB8F5}"/>
              </a:ext>
            </a:extLst>
          </p:cNvPr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r>
              <a:rPr kumimoji="1" lang="en-US" altLang="ja-JP"/>
              <a:t>April 13th</a:t>
            </a:r>
            <a:r>
              <a:rPr kumimoji="1" lang="en-US" altLang="ja-JP" dirty="0"/>
              <a:t>, 2026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7389198-E3B1-EF09-BE2F-2DDFFFA36839}"/>
              </a:ext>
            </a:extLst>
          </p:cNvPr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r>
              <a:rPr kumimoji="1" lang="en-US" altLang="ja-JP" dirty="0"/>
              <a:t>API Solution Service Line</a:t>
            </a:r>
            <a:endParaRPr kumimoji="1" lang="ja-JP" altLang="en-US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E9345E28-5CF3-BE4A-A5C4-97053350F28B}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r>
              <a:rPr kumimoji="1" lang="en-US" altLang="ja-JP" dirty="0"/>
              <a:t>Toshiharu </a:t>
            </a:r>
            <a:r>
              <a:rPr kumimoji="1" lang="en-US" altLang="ja-JP" dirty="0" err="1"/>
              <a:t>Konuma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5113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AD76A-C86A-4A56-469C-1DD44992D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85C25A5-3E1D-FC83-F051-5D6172DC67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rtl="0"/>
            <a:fld id="{00000000-1234-1234-1234-123412341234}" type="slidenum">
              <a:rPr lang="en-US" smtClean="0"/>
              <a:pPr rtl="0"/>
              <a:t>2</a:t>
            </a:fld>
            <a:endParaRPr 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A8EB909A-3AEF-AFF3-F20B-9E6397647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13091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4F46F-4D35-73D1-DF2F-17848728F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1B572DF-751C-1DC4-253D-D28AAC6CF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3144" y="2735366"/>
            <a:ext cx="10077667" cy="1439667"/>
          </a:xfrm>
        </p:spPr>
        <p:txBody>
          <a:bodyPr/>
          <a:lstStyle/>
          <a:p>
            <a:endParaRPr lang="ja-JP" altLang="en-US" sz="5865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F8D744A-4711-EE06-C588-29517A8766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rtl="0"/>
            <a:fld id="{00000000-1234-1234-1234-123412341234}" type="slidenum">
              <a:rPr lang="en-US" altLang="ja-JP" smtClean="0"/>
              <a:pPr rtl="0"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81045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7D7E1-4069-A74F-82F8-D05914AE3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C2BFF7A-339E-C9B6-4A80-12C96A73A4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rtl="0"/>
            <a:fld id="{00000000-1234-1234-1234-123412341234}" type="slidenum">
              <a:rPr lang="en-US" smtClean="0"/>
              <a:pPr rtl="0"/>
              <a:t>4</a:t>
            </a:fld>
            <a:endParaRPr 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589EE275-ACD2-C7AA-5FD6-E61B06AD4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37280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7F9ED-1502-1E44-BF14-61E86545A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06E51F6-6439-DA9A-4A46-431B8FFD94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rtl="0"/>
            <a:fld id="{00000000-1234-1234-1234-123412341234}" type="slidenum">
              <a:rPr lang="en-US" smtClean="0"/>
              <a:pPr rtl="0"/>
              <a:t>5</a:t>
            </a:fld>
            <a:endParaRPr 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A8E357D5-47CC-3FAC-B500-EC5D21409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#1. Auth Code: API Gateway PEP</a:t>
            </a:r>
            <a:r>
              <a:rPr kumimoji="1" lang="ja-JP" altLang="en-US" dirty="0"/>
              <a:t>方式</a:t>
            </a:r>
          </a:p>
        </p:txBody>
      </p:sp>
      <p:pic>
        <p:nvPicPr>
          <p:cNvPr id="57" name="図 56">
            <a:extLst>
              <a:ext uri="{FF2B5EF4-FFF2-40B4-BE49-F238E27FC236}">
                <a16:creationId xmlns:a16="http://schemas.microsoft.com/office/drawing/2014/main" id="{259A52AF-052B-AF26-EA5B-48725AAE92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476" y="2651033"/>
            <a:ext cx="355571" cy="54000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E275643-6BC1-224E-E8C3-33A594F03F11}"/>
              </a:ext>
            </a:extLst>
          </p:cNvPr>
          <p:cNvSpPr txBox="1"/>
          <p:nvPr/>
        </p:nvSpPr>
        <p:spPr>
          <a:xfrm>
            <a:off x="3387011" y="1095406"/>
            <a:ext cx="428002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kumimoji="1" lang="ja-JP" altLang="en-US" sz="10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認可</a:t>
            </a:r>
            <a:r>
              <a:rPr kumimoji="1" lang="en-US" altLang="ja-JP" sz="10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EP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086AEAD-66B2-50EC-655F-726266887C9F}"/>
              </a:ext>
            </a:extLst>
          </p:cNvPr>
          <p:cNvSpPr txBox="1"/>
          <p:nvPr/>
        </p:nvSpPr>
        <p:spPr>
          <a:xfrm>
            <a:off x="3954573" y="1095406"/>
            <a:ext cx="684482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kumimoji="1" lang="ja-JP" altLang="en-US" sz="10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トークン</a:t>
            </a:r>
            <a:r>
              <a:rPr kumimoji="1" lang="en-US" altLang="ja-JP" sz="10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EP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D022A5F-982E-FF2D-4881-444E42715FBB}"/>
              </a:ext>
            </a:extLst>
          </p:cNvPr>
          <p:cNvSpPr txBox="1"/>
          <p:nvPr/>
        </p:nvSpPr>
        <p:spPr>
          <a:xfrm>
            <a:off x="4669368" y="1018462"/>
            <a:ext cx="596317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kumimoji="1" lang="ja-JP" altLang="en-US" sz="10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検証</a:t>
            </a:r>
            <a:r>
              <a:rPr kumimoji="1" lang="en-US" altLang="ja-JP" sz="10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EP /</a:t>
            </a:r>
          </a:p>
          <a:p>
            <a:pPr algn="ctr"/>
            <a:r>
              <a:rPr kumimoji="1" lang="en-US" altLang="ja-JP" sz="10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JWKS EP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B426F34-DCA0-9698-0C9B-00D833D123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0429" y="2651033"/>
            <a:ext cx="355571" cy="540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8DB9F0CA-F207-22CB-6418-2928FA23463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8952" y="2651033"/>
            <a:ext cx="355571" cy="5400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20EAA239-6A05-5326-9674-D0ECF3CEC2F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476" y="1304929"/>
            <a:ext cx="355571" cy="540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925B4D8B-6A27-56AC-23F5-5FAD3129434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794" y="1304929"/>
            <a:ext cx="355571" cy="5400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3A0A8DEB-3C01-C5A7-C636-328ADA1953E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3865" y="1304929"/>
            <a:ext cx="355571" cy="540000"/>
          </a:xfrm>
          <a:prstGeom prst="rect">
            <a:avLst/>
          </a:prstGeom>
        </p:spPr>
      </p:pic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316DA875-76EF-A199-7BD6-D44CB4A8A701}"/>
              </a:ext>
            </a:extLst>
          </p:cNvPr>
          <p:cNvSpPr/>
          <p:nvPr/>
        </p:nvSpPr>
        <p:spPr>
          <a:xfrm>
            <a:off x="3166653" y="994911"/>
            <a:ext cx="2268000" cy="936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8D0DCD91-2870-C418-B222-7030FA5DEE87}"/>
              </a:ext>
            </a:extLst>
          </p:cNvPr>
          <p:cNvCxnSpPr>
            <a:cxnSpLocks/>
          </p:cNvCxnSpPr>
          <p:nvPr/>
        </p:nvCxnSpPr>
        <p:spPr>
          <a:xfrm>
            <a:off x="1056066" y="2843948"/>
            <a:ext cx="3024000" cy="0"/>
          </a:xfrm>
          <a:prstGeom prst="straightConnector1">
            <a:avLst/>
          </a:prstGeom>
          <a:ln w="19050">
            <a:solidFill>
              <a:schemeClr val="tx1"/>
            </a:solidFill>
            <a:headEnd type="arrow" w="lg" len="sm"/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6ABFFE0-5867-B807-A920-34FD3183C6B1}"/>
              </a:ext>
            </a:extLst>
          </p:cNvPr>
          <p:cNvSpPr txBox="1"/>
          <p:nvPr/>
        </p:nvSpPr>
        <p:spPr>
          <a:xfrm>
            <a:off x="2640612" y="2760863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l"/>
            <a:r>
              <a:rPr kumimoji="1" lang="ja-JP" altLang="en-US" sz="1200" b="1" dirty="0">
                <a:effectLst>
                  <a:glow rad="127000">
                    <a:schemeClr val="bg1"/>
                  </a:glow>
                </a:effectLst>
                <a:latin typeface="メイリオ" panose="020B0604030504040204" pitchFamily="50" charset="-128"/>
                <a:ea typeface="メイリオ" panose="020B0604030504040204" pitchFamily="50" charset="-128"/>
              </a:rPr>
              <a:t>②</a:t>
            </a:r>
            <a:endParaRPr kumimoji="1" lang="ja-JP" altLang="en-US" sz="1400" b="1" dirty="0">
              <a:effectLst>
                <a:glow rad="127000">
                  <a:schemeClr val="bg1"/>
                </a:glow>
              </a:effectLst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5499A921-63CF-37FE-6E99-9877A782B052}"/>
              </a:ext>
            </a:extLst>
          </p:cNvPr>
          <p:cNvCxnSpPr>
            <a:cxnSpLocks/>
          </p:cNvCxnSpPr>
          <p:nvPr/>
        </p:nvCxnSpPr>
        <p:spPr>
          <a:xfrm>
            <a:off x="912066" y="2689778"/>
            <a:ext cx="3168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35B8CDC1-B00F-ADAE-FC04-238FCC59B6CC}"/>
              </a:ext>
            </a:extLst>
          </p:cNvPr>
          <p:cNvCxnSpPr>
            <a:cxnSpLocks/>
          </p:cNvCxnSpPr>
          <p:nvPr/>
        </p:nvCxnSpPr>
        <p:spPr>
          <a:xfrm>
            <a:off x="1200066" y="2998118"/>
            <a:ext cx="2880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D5D06DC1-9C89-8BDF-B233-83AF2D95EBCE}"/>
              </a:ext>
            </a:extLst>
          </p:cNvPr>
          <p:cNvCxnSpPr>
            <a:cxnSpLocks/>
          </p:cNvCxnSpPr>
          <p:nvPr/>
        </p:nvCxnSpPr>
        <p:spPr>
          <a:xfrm>
            <a:off x="1056066" y="1343674"/>
            <a:ext cx="2268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E2A2333F-E612-2B03-0216-FB27D94325D9}"/>
              </a:ext>
            </a:extLst>
          </p:cNvPr>
          <p:cNvCxnSpPr>
            <a:cxnSpLocks/>
          </p:cNvCxnSpPr>
          <p:nvPr/>
        </p:nvCxnSpPr>
        <p:spPr>
          <a:xfrm>
            <a:off x="1056066" y="1343674"/>
            <a:ext cx="0" cy="1476000"/>
          </a:xfrm>
          <a:prstGeom prst="straightConnector1">
            <a:avLst/>
          </a:prstGeom>
          <a:ln w="19050">
            <a:solidFill>
              <a:schemeClr val="tx1"/>
            </a:solidFill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92FCC8F-46C8-E727-5BFD-C75A38998CEB}"/>
              </a:ext>
            </a:extLst>
          </p:cNvPr>
          <p:cNvSpPr txBox="1"/>
          <p:nvPr/>
        </p:nvSpPr>
        <p:spPr>
          <a:xfrm>
            <a:off x="2473849" y="1266320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l"/>
            <a:r>
              <a:rPr kumimoji="1" lang="ja-JP" altLang="en-US" sz="1200" b="1" dirty="0">
                <a:effectLst>
                  <a:glow rad="127000">
                    <a:schemeClr val="bg1"/>
                  </a:glow>
                </a:effectLst>
                <a:latin typeface="メイリオ" panose="020B0604030504040204" pitchFamily="50" charset="-128"/>
                <a:ea typeface="メイリオ" panose="020B0604030504040204" pitchFamily="50" charset="-128"/>
              </a:rPr>
              <a:t>③</a:t>
            </a:r>
            <a:endParaRPr kumimoji="1" lang="en-US" altLang="ja-JP" sz="1200" b="1" dirty="0">
              <a:effectLst>
                <a:glow rad="127000">
                  <a:schemeClr val="bg1"/>
                </a:glow>
              </a:effectLst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A80EFF9-9F0D-2D4B-6A8D-32721E966ECB}"/>
              </a:ext>
            </a:extLst>
          </p:cNvPr>
          <p:cNvSpPr txBox="1"/>
          <p:nvPr/>
        </p:nvSpPr>
        <p:spPr>
          <a:xfrm>
            <a:off x="2795592" y="2608409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l"/>
            <a:r>
              <a:rPr kumimoji="1" lang="ja-JP" altLang="en-US" sz="1200" b="1" dirty="0">
                <a:effectLst>
                  <a:glow rad="127000">
                    <a:schemeClr val="bg1"/>
                  </a:glow>
                </a:effectLst>
                <a:latin typeface="メイリオ" panose="020B0604030504040204" pitchFamily="50" charset="-128"/>
                <a:ea typeface="メイリオ" panose="020B0604030504040204" pitchFamily="50" charset="-128"/>
              </a:rPr>
              <a:t>①</a:t>
            </a:r>
            <a:endParaRPr kumimoji="1" lang="ja-JP" altLang="en-US" sz="1400" b="1" dirty="0">
              <a:effectLst>
                <a:glow rad="127000">
                  <a:schemeClr val="bg1"/>
                </a:glow>
              </a:effectLst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F49472CE-342C-608E-8A66-92B6D50F5B36}"/>
              </a:ext>
            </a:extLst>
          </p:cNvPr>
          <p:cNvCxnSpPr>
            <a:cxnSpLocks/>
          </p:cNvCxnSpPr>
          <p:nvPr/>
        </p:nvCxnSpPr>
        <p:spPr>
          <a:xfrm>
            <a:off x="624000" y="1497844"/>
            <a:ext cx="270000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sm"/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063E3B06-1902-6CBD-FFFE-9F0624636920}"/>
              </a:ext>
            </a:extLst>
          </p:cNvPr>
          <p:cNvCxnSpPr>
            <a:cxnSpLocks/>
          </p:cNvCxnSpPr>
          <p:nvPr/>
        </p:nvCxnSpPr>
        <p:spPr>
          <a:xfrm>
            <a:off x="768000" y="1652014"/>
            <a:ext cx="2556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64330BB0-178C-0176-A710-F9AAD7091455}"/>
              </a:ext>
            </a:extLst>
          </p:cNvPr>
          <p:cNvCxnSpPr>
            <a:cxnSpLocks/>
          </p:cNvCxnSpPr>
          <p:nvPr/>
        </p:nvCxnSpPr>
        <p:spPr>
          <a:xfrm>
            <a:off x="1200066" y="1806184"/>
            <a:ext cx="212400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sm"/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A67D533C-4B7E-660F-FABC-02DEFB83EEF8}"/>
              </a:ext>
            </a:extLst>
          </p:cNvPr>
          <p:cNvCxnSpPr>
            <a:cxnSpLocks/>
          </p:cNvCxnSpPr>
          <p:nvPr/>
        </p:nvCxnSpPr>
        <p:spPr>
          <a:xfrm>
            <a:off x="624000" y="1497844"/>
            <a:ext cx="0" cy="115200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95457C93-C663-3421-3E04-B7A3279E2EE0}"/>
              </a:ext>
            </a:extLst>
          </p:cNvPr>
          <p:cNvCxnSpPr>
            <a:cxnSpLocks/>
          </p:cNvCxnSpPr>
          <p:nvPr/>
        </p:nvCxnSpPr>
        <p:spPr>
          <a:xfrm>
            <a:off x="768000" y="1652014"/>
            <a:ext cx="0" cy="1008000"/>
          </a:xfrm>
          <a:prstGeom prst="straightConnector1">
            <a:avLst/>
          </a:prstGeom>
          <a:ln w="19050">
            <a:solidFill>
              <a:schemeClr val="tx1"/>
            </a:solidFill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9FFAE8AF-61D5-D380-BAEA-4BF48780F74A}"/>
              </a:ext>
            </a:extLst>
          </p:cNvPr>
          <p:cNvCxnSpPr>
            <a:cxnSpLocks/>
          </p:cNvCxnSpPr>
          <p:nvPr/>
        </p:nvCxnSpPr>
        <p:spPr>
          <a:xfrm>
            <a:off x="1200066" y="1806184"/>
            <a:ext cx="0" cy="118800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C3DA3769-24B2-E57F-1154-C162D7DDD88C}"/>
              </a:ext>
            </a:extLst>
          </p:cNvPr>
          <p:cNvSpPr txBox="1"/>
          <p:nvPr/>
        </p:nvSpPr>
        <p:spPr>
          <a:xfrm>
            <a:off x="2318869" y="1419911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l"/>
            <a:r>
              <a:rPr kumimoji="1" lang="ja-JP" altLang="en-US" sz="1200" b="1" dirty="0">
                <a:effectLst>
                  <a:glow rad="127000">
                    <a:schemeClr val="bg1"/>
                  </a:glow>
                </a:effectLst>
                <a:latin typeface="メイリオ" panose="020B0604030504040204" pitchFamily="50" charset="-128"/>
                <a:ea typeface="メイリオ" panose="020B0604030504040204" pitchFamily="50" charset="-128"/>
              </a:rPr>
              <a:t>④</a:t>
            </a:r>
            <a:endParaRPr kumimoji="1" lang="en-US" altLang="ja-JP" sz="1200" b="1" dirty="0">
              <a:effectLst>
                <a:glow rad="127000">
                  <a:schemeClr val="bg1"/>
                </a:glow>
              </a:effectLst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70983867-9617-440A-2352-B1F367B79AAF}"/>
              </a:ext>
            </a:extLst>
          </p:cNvPr>
          <p:cNvSpPr txBox="1"/>
          <p:nvPr/>
        </p:nvSpPr>
        <p:spPr>
          <a:xfrm>
            <a:off x="2163889" y="1573502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l"/>
            <a:r>
              <a:rPr kumimoji="1" lang="ja-JP" altLang="en-US" sz="1200" b="1" dirty="0">
                <a:effectLst>
                  <a:glow rad="127000">
                    <a:schemeClr val="bg1"/>
                  </a:glow>
                </a:effectLst>
                <a:latin typeface="メイリオ" panose="020B0604030504040204" pitchFamily="50" charset="-128"/>
                <a:ea typeface="メイリオ" panose="020B0604030504040204" pitchFamily="50" charset="-128"/>
              </a:rPr>
              <a:t>⑤</a:t>
            </a:r>
            <a:endParaRPr kumimoji="1" lang="en-US" altLang="ja-JP" sz="1200" b="1" dirty="0">
              <a:effectLst>
                <a:glow rad="127000">
                  <a:schemeClr val="bg1"/>
                </a:glow>
              </a:effectLst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9187EF5B-C257-B997-0495-4C713B61C87C}"/>
              </a:ext>
            </a:extLst>
          </p:cNvPr>
          <p:cNvSpPr txBox="1"/>
          <p:nvPr/>
        </p:nvSpPr>
        <p:spPr>
          <a:xfrm>
            <a:off x="2008909" y="1727093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l"/>
            <a:r>
              <a:rPr kumimoji="1" lang="ja-JP" altLang="en-US" sz="1200" b="1" dirty="0">
                <a:effectLst>
                  <a:glow rad="127000">
                    <a:schemeClr val="bg1"/>
                  </a:glow>
                </a:effectLst>
                <a:latin typeface="メイリオ" panose="020B0604030504040204" pitchFamily="50" charset="-128"/>
                <a:ea typeface="メイリオ" panose="020B0604030504040204" pitchFamily="50" charset="-128"/>
              </a:rPr>
              <a:t>⑥</a:t>
            </a:r>
            <a:endParaRPr kumimoji="1" lang="en-US" altLang="ja-JP" sz="1200" b="1" dirty="0">
              <a:effectLst>
                <a:glow rad="127000">
                  <a:schemeClr val="bg1"/>
                </a:glow>
              </a:effectLst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74A8D0A1-7908-FDFD-A044-A6BC86EAE2F9}"/>
              </a:ext>
            </a:extLst>
          </p:cNvPr>
          <p:cNvSpPr txBox="1"/>
          <p:nvPr/>
        </p:nvSpPr>
        <p:spPr>
          <a:xfrm>
            <a:off x="2485632" y="2913317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l"/>
            <a:r>
              <a:rPr kumimoji="1" lang="ja-JP" altLang="en-US" sz="1200" b="1" dirty="0">
                <a:effectLst>
                  <a:glow rad="127000">
                    <a:schemeClr val="bg1"/>
                  </a:glow>
                </a:effectLst>
                <a:latin typeface="メイリオ" panose="020B0604030504040204" pitchFamily="50" charset="-128"/>
                <a:ea typeface="メイリオ" panose="020B0604030504040204" pitchFamily="50" charset="-128"/>
              </a:rPr>
              <a:t>⑦</a:t>
            </a:r>
            <a:endParaRPr kumimoji="1" lang="en-US" altLang="ja-JP" sz="1200" b="1" dirty="0">
              <a:effectLst>
                <a:glow rad="127000">
                  <a:schemeClr val="bg1"/>
                </a:glow>
              </a:effectLst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C279CF9D-6A04-4192-9EA3-D3A01912F926}"/>
              </a:ext>
            </a:extLst>
          </p:cNvPr>
          <p:cNvCxnSpPr>
            <a:cxnSpLocks/>
          </p:cNvCxnSpPr>
          <p:nvPr/>
        </p:nvCxnSpPr>
        <p:spPr>
          <a:xfrm>
            <a:off x="4233149" y="1838265"/>
            <a:ext cx="0" cy="792000"/>
          </a:xfrm>
          <a:prstGeom prst="straightConnector1">
            <a:avLst/>
          </a:prstGeom>
          <a:ln w="19050">
            <a:solidFill>
              <a:schemeClr val="tx1"/>
            </a:solidFill>
            <a:headEnd type="arrow" w="lg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C21746B8-3E93-32AA-A2AB-C5C56C15A75F}"/>
              </a:ext>
            </a:extLst>
          </p:cNvPr>
          <p:cNvCxnSpPr>
            <a:cxnSpLocks/>
          </p:cNvCxnSpPr>
          <p:nvPr/>
        </p:nvCxnSpPr>
        <p:spPr>
          <a:xfrm>
            <a:off x="4387016" y="1838265"/>
            <a:ext cx="0" cy="79200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290338D5-6B2F-6F44-AD39-D9A17614A501}"/>
              </a:ext>
            </a:extLst>
          </p:cNvPr>
          <p:cNvSpPr txBox="1"/>
          <p:nvPr/>
        </p:nvSpPr>
        <p:spPr>
          <a:xfrm>
            <a:off x="4148576" y="2141932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l"/>
            <a:r>
              <a:rPr kumimoji="1" lang="ja-JP" altLang="en-US" sz="1200" b="1" dirty="0">
                <a:effectLst>
                  <a:glow rad="127000">
                    <a:schemeClr val="bg1"/>
                  </a:glow>
                </a:effectLst>
                <a:latin typeface="メイリオ" panose="020B0604030504040204" pitchFamily="50" charset="-128"/>
                <a:ea typeface="メイリオ" panose="020B0604030504040204" pitchFamily="50" charset="-128"/>
              </a:rPr>
              <a:t>⑧</a:t>
            </a:r>
            <a:endParaRPr kumimoji="1" lang="en-US" altLang="ja-JP" sz="1200" b="1" dirty="0">
              <a:effectLst>
                <a:glow rad="127000">
                  <a:schemeClr val="bg1"/>
                </a:glow>
              </a:effectLst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E890DB85-3973-8D51-3A00-0B670CC6534E}"/>
              </a:ext>
            </a:extLst>
          </p:cNvPr>
          <p:cNvSpPr txBox="1"/>
          <p:nvPr/>
        </p:nvSpPr>
        <p:spPr>
          <a:xfrm>
            <a:off x="4303556" y="2141932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l"/>
            <a:r>
              <a:rPr kumimoji="1" lang="ja-JP" altLang="en-US" sz="1200" b="1" dirty="0">
                <a:effectLst>
                  <a:glow rad="127000">
                    <a:schemeClr val="bg1"/>
                  </a:glow>
                </a:effectLst>
                <a:latin typeface="メイリオ" panose="020B0604030504040204" pitchFamily="50" charset="-128"/>
                <a:ea typeface="メイリオ" panose="020B0604030504040204" pitchFamily="50" charset="-128"/>
              </a:rPr>
              <a:t>⑨</a:t>
            </a:r>
            <a:endParaRPr kumimoji="1" lang="en-US" altLang="ja-JP" sz="1200" b="1" dirty="0">
              <a:effectLst>
                <a:glow rad="127000">
                  <a:schemeClr val="bg1"/>
                </a:glow>
              </a:effectLst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332A2892-6C91-4F43-51F2-1A792391B9A3}"/>
              </a:ext>
            </a:extLst>
          </p:cNvPr>
          <p:cNvCxnSpPr>
            <a:cxnSpLocks/>
          </p:cNvCxnSpPr>
          <p:nvPr/>
        </p:nvCxnSpPr>
        <p:spPr>
          <a:xfrm>
            <a:off x="4508478" y="2993033"/>
            <a:ext cx="3168000" cy="0"/>
          </a:xfrm>
          <a:prstGeom prst="straightConnector1">
            <a:avLst/>
          </a:prstGeom>
          <a:ln w="19050">
            <a:solidFill>
              <a:schemeClr val="tx1"/>
            </a:solidFill>
            <a:headEnd type="arrow" w="lg" len="sm"/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0B56DFE5-D7E4-C1CD-F82B-22F9DEC17DB2}"/>
              </a:ext>
            </a:extLst>
          </p:cNvPr>
          <p:cNvCxnSpPr>
            <a:cxnSpLocks/>
          </p:cNvCxnSpPr>
          <p:nvPr/>
        </p:nvCxnSpPr>
        <p:spPr>
          <a:xfrm>
            <a:off x="4508478" y="2849033"/>
            <a:ext cx="3168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75EEC209-8337-7D67-58B9-F64CBB26DDC3}"/>
              </a:ext>
            </a:extLst>
          </p:cNvPr>
          <p:cNvCxnSpPr>
            <a:cxnSpLocks/>
          </p:cNvCxnSpPr>
          <p:nvPr/>
        </p:nvCxnSpPr>
        <p:spPr>
          <a:xfrm>
            <a:off x="8104106" y="2993033"/>
            <a:ext cx="3168000" cy="0"/>
          </a:xfrm>
          <a:prstGeom prst="straightConnector1">
            <a:avLst/>
          </a:prstGeom>
          <a:ln w="19050">
            <a:solidFill>
              <a:schemeClr val="tx1"/>
            </a:solidFill>
            <a:headEnd type="arrow" w="lg" len="sm"/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8FBAF46F-A086-5BC8-EF6D-60C47ACD74A6}"/>
              </a:ext>
            </a:extLst>
          </p:cNvPr>
          <p:cNvCxnSpPr>
            <a:cxnSpLocks/>
          </p:cNvCxnSpPr>
          <p:nvPr/>
        </p:nvCxnSpPr>
        <p:spPr>
          <a:xfrm>
            <a:off x="8104106" y="2849033"/>
            <a:ext cx="3168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79750D85-3DED-1F9C-1F03-91EEF485CCE1}"/>
              </a:ext>
            </a:extLst>
          </p:cNvPr>
          <p:cNvSpPr txBox="1"/>
          <p:nvPr/>
        </p:nvSpPr>
        <p:spPr>
          <a:xfrm>
            <a:off x="6093024" y="2768612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l"/>
            <a:r>
              <a:rPr kumimoji="1" lang="ja-JP" altLang="en-US" sz="1200" b="1" dirty="0">
                <a:effectLst>
                  <a:glow rad="127000">
                    <a:schemeClr val="bg1"/>
                  </a:glow>
                </a:effectLst>
                <a:latin typeface="メイリオ" panose="020B0604030504040204" pitchFamily="50" charset="-128"/>
                <a:ea typeface="メイリオ" panose="020B0604030504040204" pitchFamily="50" charset="-128"/>
              </a:rPr>
              <a:t>⑫</a:t>
            </a:r>
            <a:endParaRPr kumimoji="1" lang="en-US" altLang="ja-JP" sz="1200" b="1" dirty="0">
              <a:effectLst>
                <a:glow rad="127000">
                  <a:schemeClr val="bg1"/>
                </a:glow>
              </a:effectLst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CB247379-879D-996E-8D64-427FBAD1DA4E}"/>
              </a:ext>
            </a:extLst>
          </p:cNvPr>
          <p:cNvSpPr txBox="1"/>
          <p:nvPr/>
        </p:nvSpPr>
        <p:spPr>
          <a:xfrm>
            <a:off x="5938044" y="2921066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l"/>
            <a:r>
              <a:rPr kumimoji="1" lang="ja-JP" altLang="en-US" sz="1200" b="1" dirty="0">
                <a:effectLst>
                  <a:glow rad="127000">
                    <a:schemeClr val="bg1"/>
                  </a:glow>
                </a:effectLst>
                <a:latin typeface="メイリオ" panose="020B0604030504040204" pitchFamily="50" charset="-128"/>
                <a:ea typeface="メイリオ" panose="020B0604030504040204" pitchFamily="50" charset="-128"/>
              </a:rPr>
              <a:t>⑰</a:t>
            </a:r>
            <a:endParaRPr kumimoji="1" lang="en-US" altLang="ja-JP" sz="1200" b="1" dirty="0">
              <a:effectLst>
                <a:glow rad="127000">
                  <a:schemeClr val="bg1"/>
                </a:glow>
              </a:effectLst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95371771-CF26-053B-32A5-35B3E91C7169}"/>
              </a:ext>
            </a:extLst>
          </p:cNvPr>
          <p:cNvSpPr txBox="1"/>
          <p:nvPr/>
        </p:nvSpPr>
        <p:spPr>
          <a:xfrm>
            <a:off x="9688652" y="2768612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l"/>
            <a:r>
              <a:rPr kumimoji="1" lang="ja-JP" altLang="en-US" sz="1200" b="1" dirty="0">
                <a:effectLst>
                  <a:glow rad="127000">
                    <a:schemeClr val="bg1"/>
                  </a:glow>
                </a:effectLst>
                <a:latin typeface="メイリオ" panose="020B0604030504040204" pitchFamily="50" charset="-128"/>
                <a:ea typeface="メイリオ" panose="020B0604030504040204" pitchFamily="50" charset="-128"/>
              </a:rPr>
              <a:t>⑮</a:t>
            </a:r>
            <a:endParaRPr kumimoji="1" lang="en-US" altLang="ja-JP" sz="1200" b="1" dirty="0">
              <a:effectLst>
                <a:glow rad="127000">
                  <a:schemeClr val="bg1"/>
                </a:glow>
              </a:effectLst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0B4EEE3F-D15D-3BE8-A8D6-FB9036FBABA6}"/>
              </a:ext>
            </a:extLst>
          </p:cNvPr>
          <p:cNvSpPr txBox="1"/>
          <p:nvPr/>
        </p:nvSpPr>
        <p:spPr>
          <a:xfrm>
            <a:off x="9533672" y="2921066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l"/>
            <a:r>
              <a:rPr kumimoji="1" lang="ja-JP" altLang="en-US" sz="1200" b="1" dirty="0">
                <a:effectLst>
                  <a:glow rad="127000">
                    <a:schemeClr val="bg1"/>
                  </a:glow>
                </a:effectLst>
                <a:latin typeface="メイリオ" panose="020B0604030504040204" pitchFamily="50" charset="-128"/>
                <a:ea typeface="メイリオ" panose="020B0604030504040204" pitchFamily="50" charset="-128"/>
              </a:rPr>
              <a:t>⑯</a:t>
            </a:r>
            <a:endParaRPr kumimoji="1" lang="en-US" altLang="ja-JP" sz="1200" b="1" dirty="0">
              <a:effectLst>
                <a:glow rad="127000">
                  <a:schemeClr val="bg1"/>
                </a:glow>
              </a:effectLst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64" name="直線矢印コネクタ 63">
            <a:extLst>
              <a:ext uri="{FF2B5EF4-FFF2-40B4-BE49-F238E27FC236}">
                <a16:creationId xmlns:a16="http://schemas.microsoft.com/office/drawing/2014/main" id="{B4C5008C-8D07-FB9B-20B0-5E770D78855B}"/>
              </a:ext>
            </a:extLst>
          </p:cNvPr>
          <p:cNvCxnSpPr>
            <a:cxnSpLocks/>
          </p:cNvCxnSpPr>
          <p:nvPr/>
        </p:nvCxnSpPr>
        <p:spPr>
          <a:xfrm>
            <a:off x="5232737" y="1502929"/>
            <a:ext cx="2592000" cy="0"/>
          </a:xfrm>
          <a:prstGeom prst="straightConnector1">
            <a:avLst/>
          </a:prstGeom>
          <a:ln w="19050">
            <a:solidFill>
              <a:schemeClr val="tx1"/>
            </a:solidFill>
            <a:headEnd type="arrow" w="lg" len="sm"/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02704ABA-17A4-5925-9388-BAF09061488D}"/>
              </a:ext>
            </a:extLst>
          </p:cNvPr>
          <p:cNvCxnSpPr>
            <a:cxnSpLocks/>
          </p:cNvCxnSpPr>
          <p:nvPr/>
        </p:nvCxnSpPr>
        <p:spPr>
          <a:xfrm>
            <a:off x="5232737" y="1646929"/>
            <a:ext cx="273600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sm"/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矢印コネクタ 65">
            <a:extLst>
              <a:ext uri="{FF2B5EF4-FFF2-40B4-BE49-F238E27FC236}">
                <a16:creationId xmlns:a16="http://schemas.microsoft.com/office/drawing/2014/main" id="{E437CD07-20DB-9503-4FDB-04E50998909D}"/>
              </a:ext>
            </a:extLst>
          </p:cNvPr>
          <p:cNvCxnSpPr>
            <a:cxnSpLocks/>
          </p:cNvCxnSpPr>
          <p:nvPr/>
        </p:nvCxnSpPr>
        <p:spPr>
          <a:xfrm>
            <a:off x="7968737" y="1646929"/>
            <a:ext cx="0" cy="97200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8B3DE61D-9D58-DD3B-8061-F8726B5D53DB}"/>
              </a:ext>
            </a:extLst>
          </p:cNvPr>
          <p:cNvCxnSpPr>
            <a:cxnSpLocks/>
          </p:cNvCxnSpPr>
          <p:nvPr/>
        </p:nvCxnSpPr>
        <p:spPr>
          <a:xfrm>
            <a:off x="7824737" y="1502929"/>
            <a:ext cx="0" cy="1116000"/>
          </a:xfrm>
          <a:prstGeom prst="straightConnector1">
            <a:avLst/>
          </a:prstGeom>
          <a:ln w="19050">
            <a:solidFill>
              <a:schemeClr val="tx1"/>
            </a:solidFill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D1B3558E-8737-51A4-93C7-C33370F74F93}"/>
              </a:ext>
            </a:extLst>
          </p:cNvPr>
          <p:cNvSpPr txBox="1"/>
          <p:nvPr/>
        </p:nvSpPr>
        <p:spPr>
          <a:xfrm>
            <a:off x="6529283" y="1419911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l"/>
            <a:r>
              <a:rPr kumimoji="1" lang="ja-JP" altLang="en-US" sz="1200" b="1" dirty="0">
                <a:effectLst>
                  <a:glow rad="127000">
                    <a:schemeClr val="bg1"/>
                  </a:glow>
                </a:effectLst>
                <a:latin typeface="メイリオ" panose="020B0604030504040204" pitchFamily="50" charset="-128"/>
                <a:ea typeface="メイリオ" panose="020B0604030504040204" pitchFamily="50" charset="-128"/>
              </a:rPr>
              <a:t>⑬</a:t>
            </a:r>
            <a:endParaRPr kumimoji="1" lang="en-US" altLang="ja-JP" sz="1200" b="1" dirty="0">
              <a:effectLst>
                <a:glow rad="127000">
                  <a:schemeClr val="bg1"/>
                </a:glow>
              </a:effectLst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2E08A2E1-7865-65E6-920F-06213FA49C52}"/>
              </a:ext>
            </a:extLst>
          </p:cNvPr>
          <p:cNvSpPr txBox="1"/>
          <p:nvPr/>
        </p:nvSpPr>
        <p:spPr>
          <a:xfrm>
            <a:off x="6374303" y="1573502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l"/>
            <a:r>
              <a:rPr kumimoji="1" lang="ja-JP" altLang="en-US" sz="1200" b="1" dirty="0">
                <a:effectLst>
                  <a:glow rad="127000">
                    <a:schemeClr val="bg1"/>
                  </a:glow>
                </a:effectLst>
                <a:latin typeface="メイリオ" panose="020B0604030504040204" pitchFamily="50" charset="-128"/>
                <a:ea typeface="メイリオ" panose="020B0604030504040204" pitchFamily="50" charset="-128"/>
              </a:rPr>
              <a:t>⑭</a:t>
            </a:r>
            <a:endParaRPr kumimoji="1" lang="en-US" altLang="ja-JP" sz="1200" b="1" dirty="0">
              <a:effectLst>
                <a:glow rad="127000">
                  <a:schemeClr val="bg1"/>
                </a:glow>
              </a:effectLst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E5E0324-4BAB-8831-C898-489078054CD8}"/>
              </a:ext>
            </a:extLst>
          </p:cNvPr>
          <p:cNvSpPr txBox="1"/>
          <p:nvPr/>
        </p:nvSpPr>
        <p:spPr>
          <a:xfrm>
            <a:off x="7609074" y="3291432"/>
            <a:ext cx="525785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kumimoji="1" lang="en-US" altLang="ja-JP" sz="10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API GW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2DA8ABC-53B4-84D6-8565-4FC87B930AEF}"/>
              </a:ext>
            </a:extLst>
          </p:cNvPr>
          <p:cNvSpPr txBox="1"/>
          <p:nvPr/>
        </p:nvSpPr>
        <p:spPr>
          <a:xfrm>
            <a:off x="10573598" y="3214488"/>
            <a:ext cx="1282402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kumimoji="1" lang="en-US" altLang="ja-JP" sz="10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kumimoji="1" lang="ja-JP" altLang="en-US" sz="10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サーバー</a:t>
            </a:r>
            <a:endParaRPr kumimoji="1" lang="en-US" altLang="ja-JP" sz="10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en-US" altLang="ja-JP" sz="10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</a:t>
            </a:r>
            <a:r>
              <a:rPr kumimoji="1" lang="ja-JP" altLang="en-US" sz="10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リソースサーバー</a:t>
            </a:r>
            <a:r>
              <a:rPr kumimoji="1" lang="en-US" altLang="ja-JP" sz="10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30DFB4E-7838-2DB8-9427-9D3CE0BC9CDA}"/>
              </a:ext>
            </a:extLst>
          </p:cNvPr>
          <p:cNvSpPr txBox="1"/>
          <p:nvPr/>
        </p:nvSpPr>
        <p:spPr>
          <a:xfrm>
            <a:off x="3545485" y="3214488"/>
            <a:ext cx="1538883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kumimoji="1" lang="ja-JP" altLang="en-US" sz="10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アプリケーションサーバー</a:t>
            </a:r>
            <a:endParaRPr kumimoji="1" lang="en-US" altLang="ja-JP" sz="10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en-US" altLang="ja-JP" sz="10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【OAuth</a:t>
            </a:r>
            <a:r>
              <a:rPr kumimoji="1" lang="ja-JP" altLang="en-US" sz="10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クライアント</a:t>
            </a:r>
            <a:r>
              <a:rPr kumimoji="1" lang="en-US" altLang="ja-JP" sz="10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90C368EE-59E7-5628-503B-2A40BFADC3FB}"/>
              </a:ext>
            </a:extLst>
          </p:cNvPr>
          <p:cNvSpPr txBox="1"/>
          <p:nvPr/>
        </p:nvSpPr>
        <p:spPr>
          <a:xfrm>
            <a:off x="336000" y="3214488"/>
            <a:ext cx="1538883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l"/>
            <a:r>
              <a:rPr kumimoji="1" lang="en-US" altLang="ja-JP" sz="10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kumimoji="1" lang="ja-JP" altLang="en-US" sz="10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アプリケーション</a:t>
            </a:r>
            <a:endParaRPr kumimoji="1" lang="en-US" altLang="ja-JP" sz="10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r>
              <a:rPr kumimoji="1" lang="en-US" altLang="ja-JP" sz="10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</a:t>
            </a:r>
            <a:r>
              <a:rPr kumimoji="1" lang="ja-JP" altLang="en-US" sz="10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ユーザーエージェント</a:t>
            </a:r>
            <a:r>
              <a:rPr kumimoji="1" lang="en-US" altLang="ja-JP" sz="10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F887C7C6-942A-1B54-94B9-407825403F4E}"/>
              </a:ext>
            </a:extLst>
          </p:cNvPr>
          <p:cNvCxnSpPr>
            <a:cxnSpLocks/>
          </p:cNvCxnSpPr>
          <p:nvPr/>
        </p:nvCxnSpPr>
        <p:spPr>
          <a:xfrm>
            <a:off x="6096000" y="3579625"/>
            <a:ext cx="2880000" cy="0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7A58CD85-52DE-C479-58C5-8E4E33A005B6}"/>
              </a:ext>
            </a:extLst>
          </p:cNvPr>
          <p:cNvCxnSpPr>
            <a:cxnSpLocks/>
          </p:cNvCxnSpPr>
          <p:nvPr/>
        </p:nvCxnSpPr>
        <p:spPr>
          <a:xfrm>
            <a:off x="8976000" y="3579625"/>
            <a:ext cx="2880000" cy="0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AFA4CEF3-C0A9-A016-6589-FD923C7FB13C}"/>
              </a:ext>
            </a:extLst>
          </p:cNvPr>
          <p:cNvCxnSpPr>
            <a:cxnSpLocks/>
          </p:cNvCxnSpPr>
          <p:nvPr/>
        </p:nvCxnSpPr>
        <p:spPr>
          <a:xfrm>
            <a:off x="8976000" y="3399625"/>
            <a:ext cx="0" cy="360000"/>
          </a:xfrm>
          <a:prstGeom prst="straightConnector1">
            <a:avLst/>
          </a:prstGeom>
          <a:ln w="19050">
            <a:solidFill>
              <a:schemeClr val="tx1"/>
            </a:solidFill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1027E004-7B76-01B5-8F84-D5E70C35C2E5}"/>
              </a:ext>
            </a:extLst>
          </p:cNvPr>
          <p:cNvCxnSpPr>
            <a:cxnSpLocks/>
          </p:cNvCxnSpPr>
          <p:nvPr/>
        </p:nvCxnSpPr>
        <p:spPr>
          <a:xfrm>
            <a:off x="6096000" y="3399625"/>
            <a:ext cx="0" cy="360000"/>
          </a:xfrm>
          <a:prstGeom prst="straightConnector1">
            <a:avLst/>
          </a:prstGeom>
          <a:ln w="19050">
            <a:solidFill>
              <a:schemeClr val="tx1"/>
            </a:solidFill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955FA580-D11B-0B6A-268F-DCF2F0352300}"/>
              </a:ext>
            </a:extLst>
          </p:cNvPr>
          <p:cNvCxnSpPr>
            <a:cxnSpLocks/>
          </p:cNvCxnSpPr>
          <p:nvPr/>
        </p:nvCxnSpPr>
        <p:spPr>
          <a:xfrm>
            <a:off x="336000" y="3579625"/>
            <a:ext cx="5760000" cy="0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840A5D2-7817-0967-7118-7BE22444F58C}"/>
              </a:ext>
            </a:extLst>
          </p:cNvPr>
          <p:cNvSpPr txBox="1"/>
          <p:nvPr/>
        </p:nvSpPr>
        <p:spPr>
          <a:xfrm>
            <a:off x="6898806" y="3648286"/>
            <a:ext cx="1274387" cy="21544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kumimoji="1" lang="en-US" altLang="ja-JP" sz="1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API GW</a:t>
            </a:r>
            <a:r>
              <a:rPr kumimoji="1" lang="ja-JP" altLang="en-US" sz="1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管理者</a:t>
            </a:r>
            <a:endParaRPr kumimoji="1" lang="en-US" altLang="ja-JP" sz="14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2CF72A26-BFBD-14A6-BBB5-0519C17EC177}"/>
              </a:ext>
            </a:extLst>
          </p:cNvPr>
          <p:cNvSpPr txBox="1"/>
          <p:nvPr/>
        </p:nvSpPr>
        <p:spPr>
          <a:xfrm>
            <a:off x="9972770" y="3648286"/>
            <a:ext cx="886461" cy="21544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kumimoji="1" lang="en-US" altLang="ja-JP" sz="1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kumimoji="1" lang="ja-JP" altLang="en-US" sz="1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提供者</a:t>
            </a:r>
            <a:endParaRPr kumimoji="1" lang="en-US" altLang="ja-JP" sz="14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F2250CBF-EE2D-5C36-6B4B-6CB2DAE8BEB0}"/>
              </a:ext>
            </a:extLst>
          </p:cNvPr>
          <p:cNvSpPr txBox="1"/>
          <p:nvPr/>
        </p:nvSpPr>
        <p:spPr>
          <a:xfrm>
            <a:off x="2772770" y="3648286"/>
            <a:ext cx="886461" cy="21544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kumimoji="1" lang="en-US" altLang="ja-JP" sz="1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kumimoji="1" lang="ja-JP" altLang="en-US" sz="1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利用者</a:t>
            </a:r>
            <a:endParaRPr kumimoji="1" lang="en-US" altLang="ja-JP" sz="14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E457D770-3FC2-95A8-1565-F17547B16790}"/>
              </a:ext>
            </a:extLst>
          </p:cNvPr>
          <p:cNvSpPr txBox="1"/>
          <p:nvPr/>
        </p:nvSpPr>
        <p:spPr>
          <a:xfrm>
            <a:off x="336000" y="3893694"/>
            <a:ext cx="5652000" cy="208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228600" indent="-228600">
              <a:buFont typeface="+mj-ea"/>
              <a:buAutoNum type="circleNumDbPlain"/>
            </a:pP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を利用するリクエストを送信する。</a:t>
            </a:r>
            <a:endParaRPr kumimoji="1" lang="ja-JP" altLang="en-US" sz="105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28600" indent="-228600">
              <a:buFont typeface="+mj-ea"/>
              <a:buAutoNum type="circleNumDbPlain"/>
            </a:pP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Cookie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が付与されていないため、</a:t>
            </a:r>
            <a:b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認可リクエストを開始するリダイレクト（</a:t>
            </a: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302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）を返却する。</a:t>
            </a:r>
          </a:p>
          <a:p>
            <a:pPr marL="228600" indent="-228600">
              <a:buFont typeface="+mj-ea"/>
              <a:buAutoNum type="circleNumDbPlain"/>
            </a:pP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認可リクエスト（</a:t>
            </a: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Authorization Code Grant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）を送信する。</a:t>
            </a:r>
          </a:p>
          <a:p>
            <a:pPr marL="228600" indent="-228600">
              <a:buFont typeface="+mj-ea"/>
              <a:buAutoNum type="circleNumDbPlain"/>
            </a:pP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ユーザー認証のためのログイン画面を返却する。</a:t>
            </a:r>
          </a:p>
          <a:p>
            <a:pPr marL="228600" indent="-228600">
              <a:buFont typeface="+mj-ea"/>
              <a:buAutoNum type="circleNumDbPlain"/>
            </a:pP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入力されたログインクレデンシャル（</a:t>
            </a: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ID/Password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）を送信する。</a:t>
            </a:r>
          </a:p>
          <a:p>
            <a:pPr marL="228600" indent="-228600">
              <a:buFont typeface="+mj-ea"/>
              <a:buAutoNum type="circleNumDbPlain"/>
            </a:pP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ユーザー認証完了後、認可コードを渡すためリダイレクト（</a:t>
            </a: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302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）を返却する。</a:t>
            </a:r>
          </a:p>
          <a:p>
            <a:pPr marL="228600" indent="-228600">
              <a:buFont typeface="+mj-ea"/>
              <a:buAutoNum type="circleNumDbPlain"/>
            </a:pP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認可コードを送信する。</a:t>
            </a:r>
          </a:p>
          <a:p>
            <a:pPr marL="228600" indent="-228600">
              <a:buFont typeface="+mj-ea"/>
              <a:buAutoNum type="circleNumDbPlain"/>
            </a:pP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認可コードを提示して</a:t>
            </a: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Access Token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を要求する。</a:t>
            </a:r>
            <a:endParaRPr kumimoji="1"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28600" indent="-228600">
              <a:buFont typeface="+mj-ea"/>
              <a:buAutoNum type="circleNumDbPlain"/>
            </a:pP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認可コードの有効確認後、</a:t>
            </a: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Access Token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を発行する。</a:t>
            </a: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9AB39667-077E-154F-4AA0-DB9A864FF87B}"/>
              </a:ext>
            </a:extLst>
          </p:cNvPr>
          <p:cNvSpPr txBox="1"/>
          <p:nvPr/>
        </p:nvSpPr>
        <p:spPr>
          <a:xfrm>
            <a:off x="6204000" y="3893694"/>
            <a:ext cx="5652000" cy="208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228600" indent="-228600">
              <a:buFont typeface="+mj-ea"/>
              <a:buAutoNum type="circleNumDbPlain" startAt="10"/>
            </a:pP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セッション</a:t>
            </a: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を発行して、</a:t>
            </a: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Access Token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と共に</a:t>
            </a: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Redis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へ保存する。</a:t>
            </a:r>
            <a:endParaRPr kumimoji="1"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28600" indent="-228600">
              <a:buFont typeface="+mj-ea"/>
              <a:buAutoNum type="circleNumDbPlain" startAt="10"/>
            </a:pP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保存成功の応答を得る。</a:t>
            </a:r>
            <a:endParaRPr kumimoji="1"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28600" indent="-228600">
              <a:buFont typeface="+mj-ea"/>
              <a:buAutoNum type="circleNumDbPlain" startAt="10"/>
            </a:pP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Access Token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を付与して、</a:t>
            </a: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利用のリクエストを送信する。</a:t>
            </a:r>
          </a:p>
          <a:p>
            <a:pPr marL="228600" indent="-228600">
              <a:buFont typeface="+mj-ea"/>
              <a:buAutoNum type="circleNumDbPlain" startAt="10"/>
            </a:pP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Access Token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の形式に応じて</a:t>
            </a: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IdP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と通信する。</a:t>
            </a:r>
            <a:b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Opaque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形式：検証</a:t>
            </a: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EP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へ</a:t>
            </a: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Access Token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の正当性検証を依頼</a:t>
            </a:r>
            <a:b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JWT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形式：</a:t>
            </a: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JWKS EP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へ検証用に使う公開鍵の入手を要求</a:t>
            </a:r>
          </a:p>
          <a:p>
            <a:pPr marL="228600" indent="-228600">
              <a:buFont typeface="+mj-ea"/>
              <a:buAutoNum type="circleNumDbPlain" startAt="10"/>
            </a:pP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Access Token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の形式に応じて正当性を判断する。</a:t>
            </a:r>
            <a:b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Opaque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形式：検証結果を取得して判断</a:t>
            </a:r>
            <a:b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JWT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形式：取得した公開鍵を使い</a:t>
            </a: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Access Token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の正当性を検証</a:t>
            </a:r>
          </a:p>
          <a:p>
            <a:pPr marL="228600" indent="-228600">
              <a:buFont typeface="+mj-ea"/>
              <a:buAutoNum type="circleNumDbPlain" startAt="10"/>
            </a:pP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Access Token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の正当性を確認後、</a:t>
            </a: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へリクエストを送信する。</a:t>
            </a:r>
          </a:p>
          <a:p>
            <a:pPr marL="228600" indent="-228600">
              <a:buFont typeface="+mj-ea"/>
              <a:buAutoNum type="circleNumDbPlain" startAt="10"/>
            </a:pP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で処理完了後、</a:t>
            </a: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の実行結果を返却する。</a:t>
            </a:r>
          </a:p>
          <a:p>
            <a:pPr marL="228600" indent="-228600">
              <a:buFont typeface="+mj-ea"/>
              <a:buAutoNum type="circleNumDbPlain" startAt="10"/>
            </a:pP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サーバーの実行結果を転送する。</a:t>
            </a:r>
            <a:endParaRPr kumimoji="1"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28600" indent="-228600">
              <a:buFont typeface="+mj-ea"/>
              <a:buAutoNum type="circleNumDbPlain" startAt="10"/>
            </a:pP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を利用したレスポンスを返却する。</a:t>
            </a:r>
            <a:endParaRPr kumimoji="1"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69A92F63-C3C1-E5C7-F69B-D7F122664FC4}"/>
              </a:ext>
            </a:extLst>
          </p:cNvPr>
          <p:cNvCxnSpPr>
            <a:cxnSpLocks/>
          </p:cNvCxnSpPr>
          <p:nvPr/>
        </p:nvCxnSpPr>
        <p:spPr>
          <a:xfrm>
            <a:off x="912066" y="3152288"/>
            <a:ext cx="3168000" cy="0"/>
          </a:xfrm>
          <a:prstGeom prst="straightConnector1">
            <a:avLst/>
          </a:prstGeom>
          <a:ln w="19050">
            <a:solidFill>
              <a:schemeClr val="tx1"/>
            </a:solidFill>
            <a:headEnd type="arrow" w="lg" len="sm"/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8A70D427-5427-317B-0CC3-AF56A95B0ACB}"/>
              </a:ext>
            </a:extLst>
          </p:cNvPr>
          <p:cNvSpPr txBox="1"/>
          <p:nvPr/>
        </p:nvSpPr>
        <p:spPr>
          <a:xfrm>
            <a:off x="2330652" y="3065770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l"/>
            <a:r>
              <a:rPr kumimoji="1" lang="ja-JP" altLang="en-US" sz="1200" b="1" dirty="0">
                <a:effectLst>
                  <a:glow rad="127000">
                    <a:schemeClr val="bg1"/>
                  </a:glow>
                </a:effectLst>
                <a:latin typeface="メイリオ" panose="020B0604030504040204" pitchFamily="50" charset="-128"/>
                <a:ea typeface="メイリオ" panose="020B0604030504040204" pitchFamily="50" charset="-128"/>
              </a:rPr>
              <a:t>⑱</a:t>
            </a:r>
            <a:endParaRPr kumimoji="1" lang="en-US" altLang="ja-JP" sz="1200" b="1" dirty="0">
              <a:effectLst>
                <a:glow rad="127000">
                  <a:schemeClr val="bg1"/>
                </a:glow>
              </a:effectLst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D7BE946C-97BA-93B4-BF1D-8D07BC69BA9D}"/>
              </a:ext>
            </a:extLst>
          </p:cNvPr>
          <p:cNvSpPr txBox="1"/>
          <p:nvPr/>
        </p:nvSpPr>
        <p:spPr>
          <a:xfrm>
            <a:off x="2997291" y="1007265"/>
            <a:ext cx="335596" cy="2419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lIns="36000" tIns="36000" rIns="36000" bIns="36000" rtlCol="0" anchor="ctr" anchorCtr="0">
            <a:spAutoFit/>
          </a:bodyPr>
          <a:lstStyle/>
          <a:p>
            <a:pPr algn="ctr"/>
            <a:r>
              <a:rPr kumimoji="1"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IdP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FDB53558-265F-B69A-8E26-7A8BECC5D8C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00" y="2741033"/>
            <a:ext cx="360000" cy="360000"/>
          </a:xfrm>
          <a:prstGeom prst="rect">
            <a:avLst/>
          </a:prstGeom>
        </p:spPr>
      </p:pic>
      <p:graphicFrame>
        <p:nvGraphicFramePr>
          <p:cNvPr id="34" name="表 33">
            <a:extLst>
              <a:ext uri="{FF2B5EF4-FFF2-40B4-BE49-F238E27FC236}">
                <a16:creationId xmlns:a16="http://schemas.microsoft.com/office/drawing/2014/main" id="{7F7B122A-56F8-F60E-3CFD-2962EB9A6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479623"/>
              </p:ext>
            </p:extLst>
          </p:nvPr>
        </p:nvGraphicFramePr>
        <p:xfrm>
          <a:off x="9336002" y="990316"/>
          <a:ext cx="2519998" cy="1219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32268">
                  <a:extLst>
                    <a:ext uri="{9D8B030D-6E8A-4147-A177-3AD203B41FA5}">
                      <a16:colId xmlns:a16="http://schemas.microsoft.com/office/drawing/2014/main" val="2340399369"/>
                    </a:ext>
                  </a:extLst>
                </a:gridCol>
                <a:gridCol w="887730">
                  <a:extLst>
                    <a:ext uri="{9D8B030D-6E8A-4147-A177-3AD203B41FA5}">
                      <a16:colId xmlns:a16="http://schemas.microsoft.com/office/drawing/2014/main" val="3274090006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エンドポイント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本紙略称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09366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kumimoji="1" lang="en-US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Authorization Endpoint</a:t>
                      </a:r>
                      <a:endParaRPr kumimoji="1" lang="ja-JP" altLang="en-US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認可</a:t>
                      </a:r>
                      <a:r>
                        <a:rPr kumimoji="1" lang="en-US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EP</a:t>
                      </a:r>
                      <a:endParaRPr kumimoji="1" lang="ja-JP" altLang="en-US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80741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kumimoji="1" lang="en-US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Token Endpoint</a:t>
                      </a:r>
                      <a:endParaRPr kumimoji="1" lang="ja-JP" altLang="en-US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トークン</a:t>
                      </a:r>
                      <a:r>
                        <a:rPr kumimoji="1" lang="en-US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EP</a:t>
                      </a:r>
                      <a:endParaRPr kumimoji="1" lang="ja-JP" altLang="en-US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40508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kumimoji="1" lang="en-US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JWKS Endpoint</a:t>
                      </a:r>
                      <a:endParaRPr kumimoji="1" lang="ja-JP" altLang="en-US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JWKS EP</a:t>
                      </a:r>
                      <a:endParaRPr kumimoji="1" lang="ja-JP" altLang="en-US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06569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kumimoji="1" lang="en-US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Introspection Endpoint</a:t>
                      </a:r>
                      <a:endParaRPr kumimoji="1" lang="ja-JP" altLang="en-US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検証</a:t>
                      </a:r>
                      <a:r>
                        <a:rPr kumimoji="1" lang="en-US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EP</a:t>
                      </a:r>
                      <a:endParaRPr kumimoji="1" lang="ja-JP" altLang="en-US" sz="10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572669"/>
                  </a:ext>
                </a:extLst>
              </a:tr>
            </a:tbl>
          </a:graphicData>
        </a:graphic>
      </p:graphicFrame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334391E-6C02-5FDA-F9B8-986BE87B73C6}"/>
              </a:ext>
            </a:extLst>
          </p:cNvPr>
          <p:cNvSpPr txBox="1"/>
          <p:nvPr/>
        </p:nvSpPr>
        <p:spPr>
          <a:xfrm>
            <a:off x="336000" y="5838471"/>
            <a:ext cx="2534348" cy="21544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l"/>
            <a:r>
              <a:rPr kumimoji="1" lang="en-US" altLang="ja-JP" sz="1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Access Token</a:t>
            </a:r>
            <a:r>
              <a:rPr kumimoji="1" lang="ja-JP" altLang="en-US" sz="1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取得後のフロー</a:t>
            </a:r>
            <a:endParaRPr kumimoji="1" lang="en-US" altLang="ja-JP" sz="14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F7C913AE-79E5-CDBD-4765-54B40A673005}"/>
              </a:ext>
            </a:extLst>
          </p:cNvPr>
          <p:cNvSpPr txBox="1"/>
          <p:nvPr/>
        </p:nvSpPr>
        <p:spPr>
          <a:xfrm>
            <a:off x="336000" y="6058952"/>
            <a:ext cx="11520000" cy="5898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アプリケーションは既に</a:t>
            </a: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Cookie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を持っているので付与して①をリクエストすると、アプリケーションサーバーでは⑩と⑪で</a:t>
            </a: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Cookie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から</a:t>
            </a: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Access Token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を取得する。</a:t>
            </a:r>
            <a:endParaRPr kumimoji="1"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Access Token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を付与して⑫をリクエストする。</a:t>
            </a:r>
            <a:endParaRPr kumimoji="1" lang="ja-JP" altLang="en-US" sz="105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API GW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では⑬と⑭で</a:t>
            </a: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Access Token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の正当性を検証してから、続けて⑮をリクエストする。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サーバーで処理完了後、⑯から⑰を経由して⑱で</a:t>
            </a:r>
            <a:r>
              <a: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を利用したレスポンスを返却する。</a:t>
            </a:r>
            <a:endParaRPr kumimoji="1"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8011E832-0E56-C4E6-393E-A57BBE096C35}"/>
              </a:ext>
            </a:extLst>
          </p:cNvPr>
          <p:cNvSpPr txBox="1"/>
          <p:nvPr/>
        </p:nvSpPr>
        <p:spPr>
          <a:xfrm>
            <a:off x="5291724" y="2233454"/>
            <a:ext cx="370294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kumimoji="1" lang="en-US" altLang="ja-JP" sz="10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Redis</a:t>
            </a:r>
          </a:p>
        </p:txBody>
      </p:sp>
      <p:pic>
        <p:nvPicPr>
          <p:cNvPr id="91" name="図 90">
            <a:extLst>
              <a:ext uri="{FF2B5EF4-FFF2-40B4-BE49-F238E27FC236}">
                <a16:creationId xmlns:a16="http://schemas.microsoft.com/office/drawing/2014/main" id="{D7CAF147-6937-2D76-F7A3-55849A880D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4818" y="2025596"/>
            <a:ext cx="355571" cy="540000"/>
          </a:xfrm>
          <a:prstGeom prst="rect">
            <a:avLst/>
          </a:prstGeom>
        </p:spPr>
      </p:pic>
      <p:cxnSp>
        <p:nvCxnSpPr>
          <p:cNvPr id="92" name="直線矢印コネクタ 91">
            <a:extLst>
              <a:ext uri="{FF2B5EF4-FFF2-40B4-BE49-F238E27FC236}">
                <a16:creationId xmlns:a16="http://schemas.microsoft.com/office/drawing/2014/main" id="{2577245A-E25E-7ACA-FFC1-74DBA991D2EB}"/>
              </a:ext>
            </a:extLst>
          </p:cNvPr>
          <p:cNvCxnSpPr>
            <a:cxnSpLocks/>
          </p:cNvCxnSpPr>
          <p:nvPr/>
        </p:nvCxnSpPr>
        <p:spPr>
          <a:xfrm flipH="1">
            <a:off x="4478984" y="2163725"/>
            <a:ext cx="432000" cy="432000"/>
          </a:xfrm>
          <a:prstGeom prst="straightConnector1">
            <a:avLst/>
          </a:prstGeom>
          <a:ln w="19050">
            <a:solidFill>
              <a:schemeClr val="tx1"/>
            </a:solidFill>
            <a:headEnd type="arrow" w="lg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83769219-48CB-27B0-59E5-735AF9182DEE}"/>
              </a:ext>
            </a:extLst>
          </p:cNvPr>
          <p:cNvCxnSpPr>
            <a:cxnSpLocks/>
          </p:cNvCxnSpPr>
          <p:nvPr/>
        </p:nvCxnSpPr>
        <p:spPr>
          <a:xfrm flipH="1">
            <a:off x="4622984" y="2334207"/>
            <a:ext cx="288000" cy="28800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D81B4C45-57C1-66B1-AFD6-580BB8723ECB}"/>
              </a:ext>
            </a:extLst>
          </p:cNvPr>
          <p:cNvSpPr txBox="1"/>
          <p:nvPr/>
        </p:nvSpPr>
        <p:spPr>
          <a:xfrm>
            <a:off x="4576055" y="2351884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l"/>
            <a:r>
              <a:rPr kumimoji="1" lang="ja-JP" altLang="en-US" sz="1200" b="1" dirty="0">
                <a:effectLst>
                  <a:glow rad="127000">
                    <a:schemeClr val="bg1"/>
                  </a:glow>
                </a:effectLst>
                <a:latin typeface="メイリオ" panose="020B0604030504040204" pitchFamily="50" charset="-128"/>
                <a:ea typeface="メイリオ" panose="020B0604030504040204" pitchFamily="50" charset="-128"/>
              </a:rPr>
              <a:t>⑩</a:t>
            </a:r>
            <a:endParaRPr kumimoji="1" lang="en-US" altLang="ja-JP" sz="1200" b="1" dirty="0">
              <a:effectLst>
                <a:glow rad="127000">
                  <a:schemeClr val="bg1"/>
                </a:glow>
              </a:effectLst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DE461DB2-8836-34B1-C608-CE3DCA631641}"/>
              </a:ext>
            </a:extLst>
          </p:cNvPr>
          <p:cNvSpPr txBox="1"/>
          <p:nvPr/>
        </p:nvSpPr>
        <p:spPr>
          <a:xfrm>
            <a:off x="4725456" y="2351884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l"/>
            <a:r>
              <a:rPr kumimoji="1" lang="ja-JP" altLang="en-US" sz="1200" b="1" dirty="0">
                <a:effectLst>
                  <a:glow rad="127000">
                    <a:schemeClr val="bg1"/>
                  </a:glow>
                </a:effectLst>
                <a:latin typeface="メイリオ" panose="020B0604030504040204" pitchFamily="50" charset="-128"/>
                <a:ea typeface="メイリオ" panose="020B0604030504040204" pitchFamily="50" charset="-128"/>
              </a:rPr>
              <a:t>⑪</a:t>
            </a:r>
            <a:endParaRPr kumimoji="1" lang="en-US" altLang="ja-JP" sz="1200" b="1" dirty="0">
              <a:effectLst>
                <a:glow rad="127000">
                  <a:schemeClr val="bg1"/>
                </a:glow>
              </a:effectLst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E8755B93-B67E-A094-3F88-378844E740C1}"/>
              </a:ext>
            </a:extLst>
          </p:cNvPr>
          <p:cNvSpPr txBox="1"/>
          <p:nvPr/>
        </p:nvSpPr>
        <p:spPr>
          <a:xfrm>
            <a:off x="9762200" y="2269679"/>
            <a:ext cx="1902765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l"/>
            <a:r>
              <a:rPr kumimoji="1" lang="ja-JP" altLang="en-US" sz="1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：</a:t>
            </a:r>
            <a:r>
              <a:rPr kumimoji="1" lang="en-US" altLang="ja-JP" sz="1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Access Token</a:t>
            </a:r>
            <a:r>
              <a:rPr kumimoji="1" lang="ja-JP" altLang="en-US" sz="1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、　　：</a:t>
            </a:r>
            <a:r>
              <a:rPr kumimoji="1" lang="en-US" altLang="ja-JP" sz="1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Cookie</a:t>
            </a:r>
          </a:p>
        </p:txBody>
      </p:sp>
      <p:pic>
        <p:nvPicPr>
          <p:cNvPr id="98" name="図 97">
            <a:extLst>
              <a:ext uri="{FF2B5EF4-FFF2-40B4-BE49-F238E27FC236}">
                <a16:creationId xmlns:a16="http://schemas.microsoft.com/office/drawing/2014/main" id="{9C1CC253-DAE8-2CB9-519D-5950F4B68E1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978" y="2205661"/>
            <a:ext cx="216000" cy="2179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9" name="図 98">
            <a:extLst>
              <a:ext uri="{FF2B5EF4-FFF2-40B4-BE49-F238E27FC236}">
                <a16:creationId xmlns:a16="http://schemas.microsoft.com/office/drawing/2014/main" id="{C2F0160B-1037-76AF-9D62-FD1BA8C97B53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663" y="2207567"/>
            <a:ext cx="216000" cy="216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1" name="図 100">
            <a:extLst>
              <a:ext uri="{FF2B5EF4-FFF2-40B4-BE49-F238E27FC236}">
                <a16:creationId xmlns:a16="http://schemas.microsoft.com/office/drawing/2014/main" id="{0EFF5962-325A-71EC-58BE-A3896D9ADF83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" y="2328235"/>
            <a:ext cx="360000" cy="493153"/>
          </a:xfrm>
          <a:prstGeom prst="rect">
            <a:avLst/>
          </a:prstGeom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A002F623-0BE7-E3A4-E469-652F2CC740B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149" y="1913107"/>
            <a:ext cx="180000" cy="1815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2" name="図 101">
            <a:extLst>
              <a:ext uri="{FF2B5EF4-FFF2-40B4-BE49-F238E27FC236}">
                <a16:creationId xmlns:a16="http://schemas.microsoft.com/office/drawing/2014/main" id="{D0B2F24E-F499-EEFF-5524-17DDBCFADBC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1426" y="2739612"/>
            <a:ext cx="180000" cy="1815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3" name="図 102">
            <a:extLst>
              <a:ext uri="{FF2B5EF4-FFF2-40B4-BE49-F238E27FC236}">
                <a16:creationId xmlns:a16="http://schemas.microsoft.com/office/drawing/2014/main" id="{A7C4D2B5-BEE7-E535-0EBC-93C653A7C07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305" y="2739612"/>
            <a:ext cx="180000" cy="1815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5" name="図 104">
            <a:extLst>
              <a:ext uri="{FF2B5EF4-FFF2-40B4-BE49-F238E27FC236}">
                <a16:creationId xmlns:a16="http://schemas.microsoft.com/office/drawing/2014/main" id="{5D2FC819-7A35-EF9B-3239-3FB4239961D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603" y="2306518"/>
            <a:ext cx="180000" cy="1815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6" name="図 105">
            <a:extLst>
              <a:ext uri="{FF2B5EF4-FFF2-40B4-BE49-F238E27FC236}">
                <a16:creationId xmlns:a16="http://schemas.microsoft.com/office/drawing/2014/main" id="{6DA3FFF3-9ED3-AA38-9291-8BDA53A1D306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603" y="2103086"/>
            <a:ext cx="180000" cy="18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7" name="図 106">
            <a:extLst>
              <a:ext uri="{FF2B5EF4-FFF2-40B4-BE49-F238E27FC236}">
                <a16:creationId xmlns:a16="http://schemas.microsoft.com/office/drawing/2014/main" id="{1AEFDB25-6B25-88FF-F16D-950AC4EAF3B2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7636" y="3056914"/>
            <a:ext cx="180000" cy="18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9" name="フリーフォーム: 図形 78">
            <a:extLst>
              <a:ext uri="{FF2B5EF4-FFF2-40B4-BE49-F238E27FC236}">
                <a16:creationId xmlns:a16="http://schemas.microsoft.com/office/drawing/2014/main" id="{6BDC86A0-2E71-482D-B5EF-D026001A23D2}"/>
              </a:ext>
            </a:extLst>
          </p:cNvPr>
          <p:cNvSpPr/>
          <p:nvPr/>
        </p:nvSpPr>
        <p:spPr>
          <a:xfrm>
            <a:off x="4674492" y="883993"/>
            <a:ext cx="7140069" cy="2625446"/>
          </a:xfrm>
          <a:custGeom>
            <a:avLst/>
            <a:gdLst>
              <a:gd name="csX0" fmla="*/ 0 w 7140069"/>
              <a:gd name="csY0" fmla="*/ 0 h 2625446"/>
              <a:gd name="csX1" fmla="*/ 4572000 w 7140069"/>
              <a:gd name="csY1" fmla="*/ 0 h 2625446"/>
              <a:gd name="csX2" fmla="*/ 4572000 w 7140069"/>
              <a:gd name="csY2" fmla="*/ 825446 h 2625446"/>
              <a:gd name="csX3" fmla="*/ 4572000 w 7140069"/>
              <a:gd name="csY3" fmla="*/ 1080000 h 2625446"/>
              <a:gd name="csX4" fmla="*/ 4572000 w 7140069"/>
              <a:gd name="csY4" fmla="*/ 1653446 h 2625446"/>
              <a:gd name="csX5" fmla="*/ 7140069 w 7140069"/>
              <a:gd name="csY5" fmla="*/ 1653446 h 2625446"/>
              <a:gd name="csX6" fmla="*/ 7140069 w 7140069"/>
              <a:gd name="csY6" fmla="*/ 2625446 h 2625446"/>
              <a:gd name="csX7" fmla="*/ 4572000 w 7140069"/>
              <a:gd name="csY7" fmla="*/ 2625446 h 2625446"/>
              <a:gd name="csX8" fmla="*/ 4152069 w 7140069"/>
              <a:gd name="csY8" fmla="*/ 2625446 h 2625446"/>
              <a:gd name="csX9" fmla="*/ 1080000 w 7140069"/>
              <a:gd name="csY9" fmla="*/ 2625446 h 2625446"/>
              <a:gd name="csX10" fmla="*/ 1080000 w 7140069"/>
              <a:gd name="csY10" fmla="*/ 2256036 h 2625446"/>
              <a:gd name="csX11" fmla="*/ 0 w 7140069"/>
              <a:gd name="csY11" fmla="*/ 2256036 h 2625446"/>
              <a:gd name="csX12" fmla="*/ 0 w 7140069"/>
              <a:gd name="csY12" fmla="*/ 1824036 h 2625446"/>
              <a:gd name="csX13" fmla="*/ 1080000 w 7140069"/>
              <a:gd name="csY13" fmla="*/ 1824036 h 2625446"/>
              <a:gd name="csX14" fmla="*/ 1080000 w 7140069"/>
              <a:gd name="csY14" fmla="*/ 1080000 h 2625446"/>
              <a:gd name="csX15" fmla="*/ 0 w 7140069"/>
              <a:gd name="csY15" fmla="*/ 1080000 h 26254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7140069" h="2625446">
                <a:moveTo>
                  <a:pt x="0" y="0"/>
                </a:moveTo>
                <a:lnTo>
                  <a:pt x="4572000" y="0"/>
                </a:lnTo>
                <a:lnTo>
                  <a:pt x="4572000" y="825446"/>
                </a:lnTo>
                <a:lnTo>
                  <a:pt x="4572000" y="1080000"/>
                </a:lnTo>
                <a:lnTo>
                  <a:pt x="4572000" y="1653446"/>
                </a:lnTo>
                <a:lnTo>
                  <a:pt x="7140069" y="1653446"/>
                </a:lnTo>
                <a:lnTo>
                  <a:pt x="7140069" y="2625446"/>
                </a:lnTo>
                <a:lnTo>
                  <a:pt x="4572000" y="2625446"/>
                </a:lnTo>
                <a:lnTo>
                  <a:pt x="4152069" y="2625446"/>
                </a:lnTo>
                <a:lnTo>
                  <a:pt x="1080000" y="2625446"/>
                </a:lnTo>
                <a:lnTo>
                  <a:pt x="1080000" y="2256036"/>
                </a:lnTo>
                <a:lnTo>
                  <a:pt x="0" y="2256036"/>
                </a:lnTo>
                <a:lnTo>
                  <a:pt x="0" y="1824036"/>
                </a:lnTo>
                <a:lnTo>
                  <a:pt x="1080000" y="1824036"/>
                </a:lnTo>
                <a:lnTo>
                  <a:pt x="1080000" y="1080000"/>
                </a:lnTo>
                <a:lnTo>
                  <a:pt x="0" y="1080000"/>
                </a:lnTo>
                <a:close/>
              </a:path>
            </a:pathLst>
          </a:custGeom>
          <a:solidFill>
            <a:srgbClr val="7F7F7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14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5271CAEE-371D-C6D9-F67F-4F8615AF1E0E}"/>
              </a:ext>
            </a:extLst>
          </p:cNvPr>
          <p:cNvSpPr/>
          <p:nvPr/>
        </p:nvSpPr>
        <p:spPr>
          <a:xfrm>
            <a:off x="6126561" y="4208097"/>
            <a:ext cx="5688000" cy="1728000"/>
          </a:xfrm>
          <a:prstGeom prst="rect">
            <a:avLst/>
          </a:prstGeom>
          <a:solidFill>
            <a:srgbClr val="7F7F7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F3351488-2A82-50A2-CD27-F6BAD3CAC9B1}"/>
              </a:ext>
            </a:extLst>
          </p:cNvPr>
          <p:cNvSpPr/>
          <p:nvPr/>
        </p:nvSpPr>
        <p:spPr>
          <a:xfrm>
            <a:off x="294562" y="6223805"/>
            <a:ext cx="11519999" cy="450000"/>
          </a:xfrm>
          <a:prstGeom prst="rect">
            <a:avLst/>
          </a:prstGeom>
          <a:solidFill>
            <a:srgbClr val="7F7F7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3F5C1376-B7AE-D661-FE48-902212919A11}"/>
              </a:ext>
            </a:extLst>
          </p:cNvPr>
          <p:cNvSpPr/>
          <p:nvPr/>
        </p:nvSpPr>
        <p:spPr>
          <a:xfrm>
            <a:off x="12000" y="8206"/>
            <a:ext cx="12168000" cy="6840000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3781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5AAFE2"/>
        </a:solidFill>
        <a:ln>
          <a:noFill/>
        </a:ln>
      </a:spPr>
      <a:bodyPr rtlCol="0" anchor="ctr"/>
      <a:lstStyle>
        <a:defPPr algn="ctr">
          <a:defRPr kumimoji="1" sz="1400">
            <a:latin typeface="Meiryo UI" panose="020B0604030504040204" pitchFamily="34" charset="-128"/>
            <a:ea typeface="Meiryo UI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22859</TotalTime>
  <Words>470</Words>
  <Application>Microsoft Office PowerPoint</Application>
  <PresentationFormat>ユーザー設定</PresentationFormat>
  <Paragraphs>77</Paragraphs>
  <Slides>5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6" baseType="lpstr">
      <vt:lpstr>BIZ UDPGothic</vt:lpstr>
      <vt:lpstr>Meiryo UI</vt:lpstr>
      <vt:lpstr>Noto Sans Symbols</vt:lpstr>
      <vt:lpstr>メイリオ</vt:lpstr>
      <vt:lpstr>メイリオ</vt:lpstr>
      <vt:lpstr>游ゴシック</vt:lpstr>
      <vt:lpstr>Arial</vt:lpstr>
      <vt:lpstr>Calibri</vt:lpstr>
      <vt:lpstr>Microsoft Sans Serif</vt:lpstr>
      <vt:lpstr>Wingdings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#1. Auth Code: API Gateway PEP方式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小沼 俊治</cp:lastModifiedBy>
  <cp:revision>1370</cp:revision>
  <dcterms:created xsi:type="dcterms:W3CDTF">2025-07-02T13:45:38Z</dcterms:created>
  <dcterms:modified xsi:type="dcterms:W3CDTF">2026-04-28T07:53:21Z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2025-07-02T00:00:00Z</vt:filetime>
  </property>
  <property fmtid="{D5CDD505-2E9C-101B-9397-08002B2CF9AE}" pid="3" name="Producer">
    <vt:lpwstr>pypdf</vt:lpwstr>
  </property>
  <property fmtid="{D5CDD505-2E9C-101B-9397-08002B2CF9AE}" pid="4" name="LastSaved">
    <vt:filetime>2025-07-02T00:00:00Z</vt:filetime>
  </property>
</Properties>
</file>