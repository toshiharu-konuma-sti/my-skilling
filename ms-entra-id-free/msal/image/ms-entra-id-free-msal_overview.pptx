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6" r:id="rId1"/>
  </p:sldMasterIdLst>
  <p:notesMasterIdLst>
    <p:notesMasterId r:id="rId3"/>
  </p:notesMasterIdLst>
  <p:sldIdLst>
    <p:sldId id="268" r:id="rId2"/>
  </p:sldIdLst>
  <p:sldSz cx="9144000" cy="5143500" type="screen16x9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>
          <p15:clr>
            <a:srgbClr val="000000"/>
          </p15:clr>
        </p15:guide>
        <p15:guide id="2" pos="2122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3ED"/>
    <a:srgbClr val="E95420"/>
    <a:srgbClr val="2880D7"/>
    <a:srgbClr val="5AAFE1"/>
    <a:srgbClr val="59A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85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  <a:tabLst/>
              <a:defRPr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ja-JP" sz="800" b="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8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" name="Google Shape;46;p4">
            <a:extLst>
              <a:ext uri="{FF2B5EF4-FFF2-40B4-BE49-F238E27FC236}">
                <a16:creationId xmlns:a16="http://schemas.microsoft.com/office/drawing/2014/main" id="{CD566E79-B71D-4A54-959F-1230C42227D8}"/>
              </a:ext>
            </a:extLst>
          </p:cNvPr>
          <p:cNvSpPr/>
          <p:nvPr userDrawn="1"/>
        </p:nvSpPr>
        <p:spPr>
          <a:xfrm>
            <a:off x="0" y="619200"/>
            <a:ext cx="9144000" cy="54000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" name="Google Shape;61;p7">
            <a:extLst>
              <a:ext uri="{FF2B5EF4-FFF2-40B4-BE49-F238E27FC236}">
                <a16:creationId xmlns:a16="http://schemas.microsoft.com/office/drawing/2014/main" id="{3459E61E-005A-49D3-83F3-00C09A614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92" y="-1"/>
            <a:ext cx="9144000" cy="61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5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1_タイトルと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468000"/>
            <a:ext cx="8820000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95284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3608" cy="6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eiryo"/>
              <a:buNone/>
              <a:defRPr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3847-2930-2DBE-FD66-BADCD2F8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4755E47-9D08-118C-8E08-F1CCBEDB3CF4}"/>
              </a:ext>
            </a:extLst>
          </p:cNvPr>
          <p:cNvSpPr/>
          <p:nvPr/>
        </p:nvSpPr>
        <p:spPr>
          <a:xfrm>
            <a:off x="1356216" y="548673"/>
            <a:ext cx="6120000" cy="4320000"/>
          </a:xfrm>
          <a:prstGeom prst="rect">
            <a:avLst/>
          </a:prstGeom>
          <a:noFill/>
          <a:ln w="12700">
            <a:solidFill>
              <a:srgbClr val="288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F27431-06D1-FAD5-89F1-605236888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1</a:t>
            </a:fld>
            <a:endParaRPr lang="ja-JP" altLang="en-US" dirty="0"/>
          </a:p>
        </p:txBody>
      </p:sp>
      <p:pic>
        <p:nvPicPr>
          <p:cNvPr id="28" name="図 27" descr="テーブル, 座る, コンピュータ, 本 が含まれている画像&#10;&#10;自動的に生成された説明">
            <a:extLst>
              <a:ext uri="{FF2B5EF4-FFF2-40B4-BE49-F238E27FC236}">
                <a16:creationId xmlns:a16="http://schemas.microsoft.com/office/drawing/2014/main" id="{DD6D33D3-F4EE-83E5-0A4B-B6E10B23CB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4" y="1637721"/>
            <a:ext cx="900000" cy="900000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205D80D-D924-14B2-43E4-F0E8AEF0AD35}"/>
              </a:ext>
            </a:extLst>
          </p:cNvPr>
          <p:cNvSpPr/>
          <p:nvPr/>
        </p:nvSpPr>
        <p:spPr>
          <a:xfrm>
            <a:off x="2436216" y="1988673"/>
            <a:ext cx="5040000" cy="2880000"/>
          </a:xfrm>
          <a:prstGeom prst="rect">
            <a:avLst/>
          </a:prstGeom>
          <a:noFill/>
          <a:ln w="12700">
            <a:solidFill>
              <a:srgbClr val="E954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96B04FE-94E2-B129-B6D3-66F771672712}"/>
              </a:ext>
            </a:extLst>
          </p:cNvPr>
          <p:cNvSpPr/>
          <p:nvPr/>
        </p:nvSpPr>
        <p:spPr>
          <a:xfrm>
            <a:off x="3876216" y="1988673"/>
            <a:ext cx="3600000" cy="2880000"/>
          </a:xfrm>
          <a:prstGeom prst="rect">
            <a:avLst/>
          </a:prstGeom>
          <a:noFill/>
          <a:ln w="12700">
            <a:solidFill>
              <a:srgbClr val="1D6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077003-7199-D367-49FC-B5F34A11BDBF}"/>
              </a:ext>
            </a:extLst>
          </p:cNvPr>
          <p:cNvSpPr/>
          <p:nvPr/>
        </p:nvSpPr>
        <p:spPr>
          <a:xfrm>
            <a:off x="3876216" y="3608673"/>
            <a:ext cx="3600000" cy="252000"/>
          </a:xfrm>
          <a:prstGeom prst="rect">
            <a:avLst/>
          </a:prstGeom>
          <a:solidFill>
            <a:srgbClr val="1D63E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Engine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B031DC-E787-0FB4-5793-FCD3EB712C7A}"/>
              </a:ext>
            </a:extLst>
          </p:cNvPr>
          <p:cNvSpPr/>
          <p:nvPr/>
        </p:nvSpPr>
        <p:spPr>
          <a:xfrm>
            <a:off x="2436216" y="3860673"/>
            <a:ext cx="5040000" cy="252000"/>
          </a:xfrm>
          <a:prstGeom prst="rect">
            <a:avLst/>
          </a:prstGeom>
          <a:solidFill>
            <a:srgbClr val="E9542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Ubuntu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A7CC2A-121C-E4D9-9B4A-D4965DB85614}"/>
              </a:ext>
            </a:extLst>
          </p:cNvPr>
          <p:cNvSpPr/>
          <p:nvPr/>
        </p:nvSpPr>
        <p:spPr>
          <a:xfrm>
            <a:off x="2436216" y="4112673"/>
            <a:ext cx="5040000" cy="25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WSL 2 (Windows Subsystem for Linux)</a:t>
            </a:r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C01190B-46B2-AC7B-FA58-838AF2D5DD92}"/>
              </a:ext>
            </a:extLst>
          </p:cNvPr>
          <p:cNvSpPr/>
          <p:nvPr/>
        </p:nvSpPr>
        <p:spPr>
          <a:xfrm>
            <a:off x="1356216" y="4364673"/>
            <a:ext cx="6120000" cy="252000"/>
          </a:xfrm>
          <a:prstGeom prst="rect">
            <a:avLst/>
          </a:prstGeom>
          <a:solidFill>
            <a:srgbClr val="2880D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 11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4593DB-57D3-E167-277E-2B1FD9D313A6}"/>
              </a:ext>
            </a:extLst>
          </p:cNvPr>
          <p:cNvSpPr/>
          <p:nvPr/>
        </p:nvSpPr>
        <p:spPr>
          <a:xfrm>
            <a:off x="1356216" y="4616673"/>
            <a:ext cx="6120000" cy="25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kumimoji="1"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筐体</a:t>
            </a:r>
          </a:p>
        </p:txBody>
      </p:sp>
      <p:pic>
        <p:nvPicPr>
          <p:cNvPr id="10" name="図 9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12F0A014-C862-81AB-C742-45BA901396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4150383"/>
            <a:ext cx="180000" cy="1800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6" name="図 15" descr="アイコン&#10;&#10;自動的に生成された説明">
            <a:extLst>
              <a:ext uri="{FF2B5EF4-FFF2-40B4-BE49-F238E27FC236}">
                <a16:creationId xmlns:a16="http://schemas.microsoft.com/office/drawing/2014/main" id="{0A21A655-DA9F-006A-5E4F-9B26070B9D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3898383"/>
            <a:ext cx="180000" cy="180000"/>
          </a:xfrm>
          <a:prstGeom prst="rect">
            <a:avLst/>
          </a:prstGeom>
          <a:ln w="6350">
            <a:solidFill>
              <a:schemeClr val="bg1"/>
            </a:solidFill>
          </a:ln>
        </p:spPr>
      </p:pic>
      <p:pic>
        <p:nvPicPr>
          <p:cNvPr id="18" name="図 17" descr="アイコン&#10;&#10;自動的に生成された説明">
            <a:extLst>
              <a:ext uri="{FF2B5EF4-FFF2-40B4-BE49-F238E27FC236}">
                <a16:creationId xmlns:a16="http://schemas.microsoft.com/office/drawing/2014/main" id="{B37ED1B8-7194-80BB-DC23-2272AA77CCF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402383"/>
            <a:ext cx="180000" cy="180000"/>
          </a:xfrm>
          <a:prstGeom prst="rect">
            <a:avLst/>
          </a:prstGeom>
        </p:spPr>
      </p:pic>
      <p:pic>
        <p:nvPicPr>
          <p:cNvPr id="20" name="図 19" descr="抽象, 挿絵 が含まれている画像&#10;&#10;自動的に生成された説明">
            <a:extLst>
              <a:ext uri="{FF2B5EF4-FFF2-40B4-BE49-F238E27FC236}">
                <a16:creationId xmlns:a16="http://schemas.microsoft.com/office/drawing/2014/main" id="{EBF69BB1-C1F9-C3A0-5A85-6B87BCC0AD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081" y="3646383"/>
            <a:ext cx="180000" cy="180000"/>
          </a:xfrm>
          <a:prstGeom prst="rect">
            <a:avLst/>
          </a:prstGeom>
        </p:spPr>
      </p:pic>
      <p:pic>
        <p:nvPicPr>
          <p:cNvPr id="24" name="図 23" descr="キーボードの上にあるノートパソコン&#10;&#10;自動的に生成された説明">
            <a:extLst>
              <a:ext uri="{FF2B5EF4-FFF2-40B4-BE49-F238E27FC236}">
                <a16:creationId xmlns:a16="http://schemas.microsoft.com/office/drawing/2014/main" id="{CBB0634A-DCB4-AD50-FE25-E1D3AED819E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654383"/>
            <a:ext cx="180000" cy="180000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11CFCF5-AE00-F382-3109-408018FE6397}"/>
              </a:ext>
            </a:extLst>
          </p:cNvPr>
          <p:cNvSpPr txBox="1"/>
          <p:nvPr/>
        </p:nvSpPr>
        <p:spPr>
          <a:xfrm>
            <a:off x="330230" y="4283875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体験者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00AA5E9-5B18-8035-9F47-B35AB67770FB}"/>
              </a:ext>
            </a:extLst>
          </p:cNvPr>
          <p:cNvSpPr txBox="1"/>
          <p:nvPr/>
        </p:nvSpPr>
        <p:spPr>
          <a:xfrm>
            <a:off x="1625309" y="3710862"/>
            <a:ext cx="54181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Client</a:t>
            </a:r>
          </a:p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Tool</a:t>
            </a:r>
            <a:endParaRPr kumimoji="1" lang="ja-JP" altLang="en-US" b="1" dirty="0">
              <a:effectLst>
                <a:glow rad="381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FEB858A9-7851-2A1D-E706-E0DC44888DCC}"/>
              </a:ext>
            </a:extLst>
          </p:cNvPr>
          <p:cNvSpPr/>
          <p:nvPr/>
        </p:nvSpPr>
        <p:spPr>
          <a:xfrm>
            <a:off x="6107118" y="2938266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redis</a:t>
            </a:r>
            <a:endParaRPr kumimoji="1" lang="en-US" altLang="ja-JP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DC589E41-686A-B27E-F5A5-BA4FAB263BA0}"/>
              </a:ext>
            </a:extLst>
          </p:cNvPr>
          <p:cNvSpPr/>
          <p:nvPr/>
        </p:nvSpPr>
        <p:spPr>
          <a:xfrm>
            <a:off x="4708543" y="2932404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redis</a:t>
            </a:r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-insight</a:t>
            </a: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pic>
        <p:nvPicPr>
          <p:cNvPr id="62" name="図 61" descr="ロゴ&#10;&#10;自動的に生成された説明">
            <a:extLst>
              <a:ext uri="{FF2B5EF4-FFF2-40B4-BE49-F238E27FC236}">
                <a16:creationId xmlns:a16="http://schemas.microsoft.com/office/drawing/2014/main" id="{BC7D49F9-31E3-578A-3F18-5F5F09C03718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118" y="2979298"/>
            <a:ext cx="468000" cy="147271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91B76CC-8015-FF4B-C1F4-30264D0044D7}"/>
              </a:ext>
            </a:extLst>
          </p:cNvPr>
          <p:cNvSpPr txBox="1"/>
          <p:nvPr/>
        </p:nvSpPr>
        <p:spPr>
          <a:xfrm>
            <a:off x="5533289" y="3258132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Port=6379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70F4BD6-A7DF-8009-98D9-C8E119A5B05D}"/>
              </a:ext>
            </a:extLst>
          </p:cNvPr>
          <p:cNvCxnSpPr>
            <a:cxnSpLocks/>
            <a:stCxn id="56" idx="3"/>
            <a:endCxn id="55" idx="1"/>
          </p:cNvCxnSpPr>
          <p:nvPr/>
        </p:nvCxnSpPr>
        <p:spPr>
          <a:xfrm>
            <a:off x="5500543" y="3220404"/>
            <a:ext cx="606575" cy="5862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C69A90DC-610C-77A7-12E8-F8D218E533B3}"/>
              </a:ext>
            </a:extLst>
          </p:cNvPr>
          <p:cNvSpPr/>
          <p:nvPr/>
        </p:nvSpPr>
        <p:spPr>
          <a:xfrm>
            <a:off x="4654543" y="2096673"/>
            <a:ext cx="900000" cy="684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b" anchorCtr="1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  <a:endParaRPr kumimoji="1" lang="ja-JP" altLang="en-US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4EF8FA7-7403-7D48-5F38-4346A439E7D2}"/>
              </a:ext>
            </a:extLst>
          </p:cNvPr>
          <p:cNvSpPr txBox="1"/>
          <p:nvPr/>
        </p:nvSpPr>
        <p:spPr>
          <a:xfrm>
            <a:off x="3372823" y="2483934"/>
            <a:ext cx="47288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Port=8080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" name="図 50" descr="ロゴ&#10;&#10;自動的に生成された説明">
            <a:extLst>
              <a:ext uri="{FF2B5EF4-FFF2-40B4-BE49-F238E27FC236}">
                <a16:creationId xmlns:a16="http://schemas.microsoft.com/office/drawing/2014/main" id="{EECEF1FC-8E4B-D364-076E-555010B0ED2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0543" y="2979298"/>
            <a:ext cx="468000" cy="147271"/>
          </a:xfrm>
          <a:prstGeom prst="rect">
            <a:avLst/>
          </a:prstGeom>
        </p:spPr>
      </p:pic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77C513E8-A71C-1ED0-3935-3E50C3AC4209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1135797" y="1949723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293FBF79-94D8-7D05-A984-87C5707CA4FE}"/>
              </a:ext>
            </a:extLst>
          </p:cNvPr>
          <p:cNvSpPr txBox="1"/>
          <p:nvPr/>
        </p:nvSpPr>
        <p:spPr>
          <a:xfrm>
            <a:off x="1193541" y="1970376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2" name="図 121" descr="アイコン&#10;&#10;自動的に生成された説明">
            <a:extLst>
              <a:ext uri="{FF2B5EF4-FFF2-40B4-BE49-F238E27FC236}">
                <a16:creationId xmlns:a16="http://schemas.microsoft.com/office/drawing/2014/main" id="{A0178648-176D-B451-6F00-467C0A96BB7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1787723"/>
            <a:ext cx="324000" cy="324000"/>
          </a:xfrm>
          <a:prstGeom prst="rect">
            <a:avLst/>
          </a:prstGeom>
        </p:spPr>
      </p:pic>
      <p:pic>
        <p:nvPicPr>
          <p:cNvPr id="137" name="図 136" descr="アイコン&#10;&#10;自動的に生成された説明">
            <a:extLst>
              <a:ext uri="{FF2B5EF4-FFF2-40B4-BE49-F238E27FC236}">
                <a16:creationId xmlns:a16="http://schemas.microsoft.com/office/drawing/2014/main" id="{516F8AF2-36A6-B108-B49F-BA8079211EF1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3058404"/>
            <a:ext cx="324000" cy="324000"/>
          </a:xfrm>
          <a:prstGeom prst="rect">
            <a:avLst/>
          </a:prstGeom>
        </p:spPr>
      </p:pic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7C283075-0104-C9C8-ABC8-796CAA285158}"/>
              </a:ext>
            </a:extLst>
          </p:cNvPr>
          <p:cNvCxnSpPr>
            <a:cxnSpLocks/>
            <a:stCxn id="137" idx="3"/>
            <a:endCxn id="56" idx="1"/>
          </p:cNvCxnSpPr>
          <p:nvPr/>
        </p:nvCxnSpPr>
        <p:spPr>
          <a:xfrm>
            <a:off x="2022216" y="3220404"/>
            <a:ext cx="268632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50C48D85-9FE7-FD98-F42F-99D868B4B8F6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1135797" y="3220404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1F82151-FCFA-7EEE-2358-B5C70922E626}"/>
              </a:ext>
            </a:extLst>
          </p:cNvPr>
          <p:cNvSpPr txBox="1"/>
          <p:nvPr/>
        </p:nvSpPr>
        <p:spPr>
          <a:xfrm>
            <a:off x="1193541" y="3240987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6CD596EA-2B3D-0E07-3E8C-0E5526E97441}"/>
              </a:ext>
            </a:extLst>
          </p:cNvPr>
          <p:cNvSpPr txBox="1"/>
          <p:nvPr/>
        </p:nvSpPr>
        <p:spPr>
          <a:xfrm>
            <a:off x="3372823" y="3258132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Port=8001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83BD38FA-4550-1939-51F7-D22143E979BB}"/>
              </a:ext>
            </a:extLst>
          </p:cNvPr>
          <p:cNvCxnSpPr>
            <a:cxnSpLocks/>
          </p:cNvCxnSpPr>
          <p:nvPr/>
        </p:nvCxnSpPr>
        <p:spPr>
          <a:xfrm>
            <a:off x="5554543" y="2591656"/>
            <a:ext cx="547917" cy="461277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四角形: 角を丸くする 168">
            <a:extLst>
              <a:ext uri="{FF2B5EF4-FFF2-40B4-BE49-F238E27FC236}">
                <a16:creationId xmlns:a16="http://schemas.microsoft.com/office/drawing/2014/main" id="{65B28451-5DC6-E880-DB3C-25EC0189CA33}"/>
              </a:ext>
            </a:extLst>
          </p:cNvPr>
          <p:cNvSpPr/>
          <p:nvPr/>
        </p:nvSpPr>
        <p:spPr>
          <a:xfrm>
            <a:off x="7672054" y="620673"/>
            <a:ext cx="1260000" cy="504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kumimoji="1" lang="en-US" altLang="ja-JP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 Microsoft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ja-JP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Entra </a:t>
            </a:r>
            <a:r>
              <a:rPr kumimoji="1" lang="ja-JP" altLang="en-US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管理センター</a:t>
            </a:r>
          </a:p>
        </p:txBody>
      </p:sp>
      <p:pic>
        <p:nvPicPr>
          <p:cNvPr id="2" name="図 1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847FCB2F-DA59-BF8C-683A-9B8E839432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4543" y="2165404"/>
            <a:ext cx="540000" cy="216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7F9A83C7-410B-C496-BA53-FC2747F2CB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810" y="669373"/>
            <a:ext cx="202404" cy="252000"/>
          </a:xfrm>
          <a:prstGeom prst="rect">
            <a:avLst/>
          </a:prstGeom>
        </p:spPr>
      </p:pic>
      <p:pic>
        <p:nvPicPr>
          <p:cNvPr id="25" name="図 24" descr="アイコン&#10;&#10;自動的に生成された説明">
            <a:extLst>
              <a:ext uri="{FF2B5EF4-FFF2-40B4-BE49-F238E27FC236}">
                <a16:creationId xmlns:a16="http://schemas.microsoft.com/office/drawing/2014/main" id="{443308D7-0F7E-A4E1-8AA7-D02E3586EDF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710673"/>
            <a:ext cx="324000" cy="324000"/>
          </a:xfrm>
          <a:prstGeom prst="rect">
            <a:avLst/>
          </a:prstGeom>
        </p:spPr>
      </p:pic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30D162AA-6259-59F1-9624-8745F381A9BD}"/>
              </a:ext>
            </a:extLst>
          </p:cNvPr>
          <p:cNvCxnSpPr>
            <a:cxnSpLocks/>
          </p:cNvCxnSpPr>
          <p:nvPr/>
        </p:nvCxnSpPr>
        <p:spPr>
          <a:xfrm>
            <a:off x="2022216" y="872673"/>
            <a:ext cx="566450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62436B5-A257-9989-F89B-E5AFB4353CF9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135797" y="872673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1CC4078-1614-7432-3176-E2F55ACE88EA}"/>
              </a:ext>
            </a:extLst>
          </p:cNvPr>
          <p:cNvSpPr txBox="1"/>
          <p:nvPr/>
        </p:nvSpPr>
        <p:spPr>
          <a:xfrm>
            <a:off x="1193541" y="897226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79878B9-2F9B-1F6D-74F6-6530C7B155A9}"/>
              </a:ext>
            </a:extLst>
          </p:cNvPr>
          <p:cNvCxnSpPr>
            <a:cxnSpLocks/>
            <a:stCxn id="169" idx="2"/>
            <a:endCxn id="11" idx="0"/>
          </p:cNvCxnSpPr>
          <p:nvPr/>
        </p:nvCxnSpPr>
        <p:spPr>
          <a:xfrm>
            <a:off x="8302054" y="1124673"/>
            <a:ext cx="0" cy="114875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0E701887-0FF8-E4E4-BA88-91D5AC8994D6}"/>
              </a:ext>
            </a:extLst>
          </p:cNvPr>
          <p:cNvCxnSpPr>
            <a:cxnSpLocks/>
            <a:stCxn id="122" idx="3"/>
            <a:endCxn id="11" idx="1"/>
          </p:cNvCxnSpPr>
          <p:nvPr/>
        </p:nvCxnSpPr>
        <p:spPr>
          <a:xfrm flipV="1">
            <a:off x="2022216" y="1599548"/>
            <a:ext cx="5649838" cy="350175"/>
          </a:xfrm>
          <a:prstGeom prst="bentConnector3">
            <a:avLst>
              <a:gd name="adj1" fmla="val 3554"/>
            </a:avLst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CB229E2F-166A-D980-D6CE-51D3306EC619}"/>
              </a:ext>
            </a:extLst>
          </p:cNvPr>
          <p:cNvCxnSpPr>
            <a:cxnSpLocks/>
            <a:stCxn id="122" idx="3"/>
            <a:endCxn id="68" idx="1"/>
          </p:cNvCxnSpPr>
          <p:nvPr/>
        </p:nvCxnSpPr>
        <p:spPr>
          <a:xfrm>
            <a:off x="2022216" y="1949723"/>
            <a:ext cx="2632327" cy="488950"/>
          </a:xfrm>
          <a:prstGeom prst="bentConnector3">
            <a:avLst>
              <a:gd name="adj1" fmla="val 7543"/>
            </a:avLst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423B77-8712-288F-34AD-52C390979313}"/>
              </a:ext>
            </a:extLst>
          </p:cNvPr>
          <p:cNvSpPr/>
          <p:nvPr/>
        </p:nvSpPr>
        <p:spPr>
          <a:xfrm>
            <a:off x="0" y="-2250"/>
            <a:ext cx="9144000" cy="51480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61510B1-296C-320E-0FD4-572C7D4107C8}"/>
              </a:ext>
            </a:extLst>
          </p:cNvPr>
          <p:cNvSpPr/>
          <p:nvPr/>
        </p:nvSpPr>
        <p:spPr>
          <a:xfrm>
            <a:off x="7672054" y="1239548"/>
            <a:ext cx="1260000" cy="720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kumimoji="1" lang="en-US" altLang="ja-JP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   Microsoft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認可エンドポイント</a:t>
            </a:r>
            <a:endParaRPr kumimoji="1" lang="en-US" altLang="ja-JP" sz="9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79375">
              <a:buFont typeface="Arial" panose="020B0604020202020204" pitchFamily="34" charset="0"/>
              <a:buChar char="•"/>
            </a:pPr>
            <a:r>
              <a:rPr kumimoji="1" lang="ja-JP" altLang="en-US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トークンエンドポイント</a:t>
            </a:r>
          </a:p>
        </p:txBody>
      </p:sp>
      <p:pic>
        <p:nvPicPr>
          <p:cNvPr id="60" name="図 59">
            <a:extLst>
              <a:ext uri="{FF2B5EF4-FFF2-40B4-BE49-F238E27FC236}">
                <a16:creationId xmlns:a16="http://schemas.microsoft.com/office/drawing/2014/main" id="{0D733CA4-DD3B-15BE-2EC2-3517F70087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810" y="1312642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23176"/>
      </p:ext>
    </p:extLst>
  </p:cSld>
  <p:clrMapOvr>
    <a:masterClrMapping/>
  </p:clrMapOvr>
</p:sld>
</file>

<file path=ppt/theme/theme1.xml><?xml version="1.0" encoding="utf-8"?>
<a:theme xmlns:a="http://schemas.openxmlformats.org/drawingml/2006/main" name="プレゼンテーション_ワイド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5514</TotalTime>
  <Words>47</Words>
  <Application>Microsoft Office PowerPoint</Application>
  <PresentationFormat>画面に合わせる (16:9)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Noto Sans Symbols</vt:lpstr>
      <vt:lpstr>Meiryo</vt:lpstr>
      <vt:lpstr>Arial</vt:lpstr>
      <vt:lpstr>Calibri</vt:lpstr>
      <vt:lpstr>プレゼンテーション_ワイド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stuser00031</dc:creator>
  <cp:lastModifiedBy>小沼 俊治</cp:lastModifiedBy>
  <cp:revision>284</cp:revision>
  <cp:lastPrinted>2021-12-16T13:32:38Z</cp:lastPrinted>
  <dcterms:modified xsi:type="dcterms:W3CDTF">2026-04-28T04:15:15Z</dcterms:modified>
</cp:coreProperties>
</file>