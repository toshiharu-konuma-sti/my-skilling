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6" r:id="rId1"/>
  </p:sldMasterIdLst>
  <p:notesMasterIdLst>
    <p:notesMasterId r:id="rId3"/>
  </p:notesMasterIdLst>
  <p:sldIdLst>
    <p:sldId id="283" r:id="rId2"/>
  </p:sldIdLst>
  <p:sldSz cx="9144000" cy="5143500" type="screen16x9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>
          <p15:clr>
            <a:srgbClr val="000000"/>
          </p15:clr>
        </p15:guide>
        <p15:guide id="2" pos="2122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00"/>
    <a:srgbClr val="D11B56"/>
    <a:srgbClr val="2A3189"/>
    <a:srgbClr val="33AB47"/>
    <a:srgbClr val="F5CE17"/>
    <a:srgbClr val="B61B2B"/>
    <a:srgbClr val="1D63ED"/>
    <a:srgbClr val="E95420"/>
    <a:srgbClr val="288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46F890A9-2807-4EBB-B81D-B2AA78EC7F39}" styleName="濃色スタイル 2 - アクセント 5/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09" y="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2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  <a:tabLst/>
              <a:defRPr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ja-JP" sz="800" b="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8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" name="Google Shape;46;p4">
            <a:extLst>
              <a:ext uri="{FF2B5EF4-FFF2-40B4-BE49-F238E27FC236}">
                <a16:creationId xmlns:a16="http://schemas.microsoft.com/office/drawing/2014/main" id="{CD566E79-B71D-4A54-959F-1230C42227D8}"/>
              </a:ext>
            </a:extLst>
          </p:cNvPr>
          <p:cNvSpPr/>
          <p:nvPr userDrawn="1"/>
        </p:nvSpPr>
        <p:spPr>
          <a:xfrm>
            <a:off x="0" y="619200"/>
            <a:ext cx="9144000" cy="54000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" name="Google Shape;61;p7">
            <a:extLst>
              <a:ext uri="{FF2B5EF4-FFF2-40B4-BE49-F238E27FC236}">
                <a16:creationId xmlns:a16="http://schemas.microsoft.com/office/drawing/2014/main" id="{3459E61E-005A-49D3-83F3-00C09A614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92" y="-1"/>
            <a:ext cx="9144000" cy="61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54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preserve="1" userDrawn="1">
  <p:cSld name="1_タイトルとコンテンツ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3FFA4707-4E85-45A9-AA89-67C4979002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000" y="0"/>
            <a:ext cx="1507389" cy="612000"/>
          </a:xfrm>
          <a:prstGeom prst="rect">
            <a:avLst/>
          </a:prstGeom>
        </p:spPr>
      </p:pic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162000" y="468000"/>
            <a:ext cx="8820000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240"/>
              <a:buFont typeface="Noto Sans Symbols"/>
              <a:buChar char="■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132000" y="4968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altLang="ja-JP" sz="700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7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95284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3608" cy="6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eiryo"/>
              <a:buNone/>
              <a:defRPr sz="3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2000" y="720000"/>
            <a:ext cx="8820000" cy="4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F4FA1"/>
              </a:buClr>
              <a:buSzPts val="28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F4FA1"/>
              </a:buClr>
              <a:buSzPts val="24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32000" y="4968000"/>
            <a:ext cx="612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46DC-4AA6-152F-FF9B-6B78B9EB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9EF0864-9108-203C-B6F7-020633BF821B}"/>
              </a:ext>
            </a:extLst>
          </p:cNvPr>
          <p:cNvSpPr/>
          <p:nvPr/>
        </p:nvSpPr>
        <p:spPr>
          <a:xfrm>
            <a:off x="1152000" y="1268673"/>
            <a:ext cx="6840000" cy="3600000"/>
          </a:xfrm>
          <a:prstGeom prst="rect">
            <a:avLst/>
          </a:prstGeom>
          <a:noFill/>
          <a:ln w="12700">
            <a:solidFill>
              <a:srgbClr val="288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26073A-2080-858C-8062-3978F7851F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1</a:t>
            </a:fld>
            <a:endParaRPr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A48CA30-1B62-EFE9-7135-644522C97E7D}"/>
              </a:ext>
            </a:extLst>
          </p:cNvPr>
          <p:cNvSpPr/>
          <p:nvPr/>
        </p:nvSpPr>
        <p:spPr>
          <a:xfrm>
            <a:off x="1800000" y="1268673"/>
            <a:ext cx="6192000" cy="3600000"/>
          </a:xfrm>
          <a:prstGeom prst="rect">
            <a:avLst/>
          </a:prstGeom>
          <a:noFill/>
          <a:ln w="12700">
            <a:solidFill>
              <a:srgbClr val="E954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68A1C47-3DD1-7C99-0C2B-229D7101069B}"/>
              </a:ext>
            </a:extLst>
          </p:cNvPr>
          <p:cNvSpPr/>
          <p:nvPr/>
        </p:nvSpPr>
        <p:spPr>
          <a:xfrm>
            <a:off x="2952000" y="1268673"/>
            <a:ext cx="5040000" cy="3600000"/>
          </a:xfrm>
          <a:prstGeom prst="rect">
            <a:avLst/>
          </a:prstGeom>
          <a:noFill/>
          <a:ln w="12700">
            <a:solidFill>
              <a:srgbClr val="1D6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0" rIns="0" bIns="0" rtlCol="0" anchor="ctr"/>
          <a:lstStyle/>
          <a:p>
            <a:pPr algn="ctr"/>
            <a:endParaRPr kumimoji="1"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2C404B1-5B4A-F778-0783-D0A69C7D3F1E}"/>
              </a:ext>
            </a:extLst>
          </p:cNvPr>
          <p:cNvSpPr/>
          <p:nvPr/>
        </p:nvSpPr>
        <p:spPr>
          <a:xfrm>
            <a:off x="2952000" y="3417743"/>
            <a:ext cx="5040000" cy="288000"/>
          </a:xfrm>
          <a:prstGeom prst="rect">
            <a:avLst/>
          </a:prstGeom>
          <a:solidFill>
            <a:srgbClr val="1D63ED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Docker Engine</a:t>
            </a:r>
            <a:endParaRPr kumimoji="1"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F9BE2F-FE61-3AEB-6D51-658D538CBCBC}"/>
              </a:ext>
            </a:extLst>
          </p:cNvPr>
          <p:cNvSpPr/>
          <p:nvPr/>
        </p:nvSpPr>
        <p:spPr>
          <a:xfrm>
            <a:off x="1800000" y="3710862"/>
            <a:ext cx="6192000" cy="288000"/>
          </a:xfrm>
          <a:prstGeom prst="rect">
            <a:avLst/>
          </a:prstGeom>
          <a:solidFill>
            <a:srgbClr val="E9542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Ubuntu</a:t>
            </a:r>
            <a:endParaRPr kumimoji="1"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7B9A2D-E4E9-BB73-A518-0B5EFF74AC1B}"/>
              </a:ext>
            </a:extLst>
          </p:cNvPr>
          <p:cNvSpPr/>
          <p:nvPr/>
        </p:nvSpPr>
        <p:spPr>
          <a:xfrm>
            <a:off x="1800000" y="3996933"/>
            <a:ext cx="6192000" cy="28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WSL 2 (Windows Subsystem for Linux)</a:t>
            </a:r>
            <a:endParaRPr kumimoji="1"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8957A2-112B-FE68-2BAB-C63BE0AE7613}"/>
              </a:ext>
            </a:extLst>
          </p:cNvPr>
          <p:cNvSpPr/>
          <p:nvPr/>
        </p:nvSpPr>
        <p:spPr>
          <a:xfrm>
            <a:off x="1152000" y="4283875"/>
            <a:ext cx="6840000" cy="288000"/>
          </a:xfrm>
          <a:prstGeom prst="rect">
            <a:avLst/>
          </a:prstGeom>
          <a:solidFill>
            <a:srgbClr val="2880D7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 11</a:t>
            </a:r>
            <a:endParaRPr kumimoji="1"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CC89CE-F1F1-2481-18BF-22ACD3196976}"/>
              </a:ext>
            </a:extLst>
          </p:cNvPr>
          <p:cNvSpPr/>
          <p:nvPr/>
        </p:nvSpPr>
        <p:spPr>
          <a:xfrm>
            <a:off x="1152000" y="4580673"/>
            <a:ext cx="68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kumimoji="1"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筐体</a:t>
            </a:r>
          </a:p>
        </p:txBody>
      </p:sp>
      <p:pic>
        <p:nvPicPr>
          <p:cNvPr id="10" name="図 9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8595BEF8-64CF-923D-E41D-D4530739A3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350" y="4032933"/>
            <a:ext cx="216000" cy="2160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6" name="図 15" descr="アイコン&#10;&#10;自動的に生成された説明">
            <a:extLst>
              <a:ext uri="{FF2B5EF4-FFF2-40B4-BE49-F238E27FC236}">
                <a16:creationId xmlns:a16="http://schemas.microsoft.com/office/drawing/2014/main" id="{A57EFD2B-9ADF-799F-D4DF-237E49C465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350" y="3746862"/>
            <a:ext cx="216000" cy="216000"/>
          </a:xfrm>
          <a:prstGeom prst="rect">
            <a:avLst/>
          </a:prstGeom>
          <a:ln w="6350">
            <a:solidFill>
              <a:schemeClr val="bg1"/>
            </a:solidFill>
          </a:ln>
        </p:spPr>
      </p:pic>
      <p:pic>
        <p:nvPicPr>
          <p:cNvPr id="18" name="図 17" descr="アイコン&#10;&#10;自動的に生成された説明">
            <a:extLst>
              <a:ext uri="{FF2B5EF4-FFF2-40B4-BE49-F238E27FC236}">
                <a16:creationId xmlns:a16="http://schemas.microsoft.com/office/drawing/2014/main" id="{575AD676-9CE0-5985-5E2E-8B000BEC499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310" y="4319875"/>
            <a:ext cx="216000" cy="216000"/>
          </a:xfrm>
          <a:prstGeom prst="rect">
            <a:avLst/>
          </a:prstGeom>
        </p:spPr>
      </p:pic>
      <p:pic>
        <p:nvPicPr>
          <p:cNvPr id="20" name="図 19" descr="抽象, 挿絵 が含まれている画像&#10;&#10;自動的に生成された説明">
            <a:extLst>
              <a:ext uri="{FF2B5EF4-FFF2-40B4-BE49-F238E27FC236}">
                <a16:creationId xmlns:a16="http://schemas.microsoft.com/office/drawing/2014/main" id="{019EC8D4-5C4D-6410-3866-4CF6E109D34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400" y="3453743"/>
            <a:ext cx="216000" cy="216000"/>
          </a:xfrm>
          <a:prstGeom prst="rect">
            <a:avLst/>
          </a:prstGeom>
        </p:spPr>
      </p:pic>
      <p:pic>
        <p:nvPicPr>
          <p:cNvPr id="24" name="図 23" descr="キーボードの上にあるノートパソコン&#10;&#10;自動的に生成された説明">
            <a:extLst>
              <a:ext uri="{FF2B5EF4-FFF2-40B4-BE49-F238E27FC236}">
                <a16:creationId xmlns:a16="http://schemas.microsoft.com/office/drawing/2014/main" id="{785924C6-9EB4-4176-B8CE-0EA6E81FA7B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310" y="4616673"/>
            <a:ext cx="216000" cy="216000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189FF475-5C52-C205-1960-EAC73A82BB46}"/>
              </a:ext>
            </a:extLst>
          </p:cNvPr>
          <p:cNvSpPr txBox="1"/>
          <p:nvPr/>
        </p:nvSpPr>
        <p:spPr>
          <a:xfrm>
            <a:off x="1235880" y="3710862"/>
            <a:ext cx="46487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1200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Client</a:t>
            </a:r>
          </a:p>
          <a:p>
            <a:pPr algn="ctr"/>
            <a:r>
              <a:rPr kumimoji="1" lang="en-US" altLang="ja-JP" sz="1200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Tool</a:t>
            </a:r>
            <a:endParaRPr kumimoji="1" lang="ja-JP" altLang="en-US" sz="1200" b="1" dirty="0">
              <a:effectLst>
                <a:glow rad="381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28FEAEB-D0E2-2CCB-1518-85E742994B76}"/>
              </a:ext>
            </a:extLst>
          </p:cNvPr>
          <p:cNvSpPr/>
          <p:nvPr/>
        </p:nvSpPr>
        <p:spPr>
          <a:xfrm>
            <a:off x="5022000" y="2210988"/>
            <a:ext cx="900000" cy="360000"/>
          </a:xfrm>
          <a:prstGeom prst="roundRect">
            <a:avLst>
              <a:gd name="adj" fmla="val 105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24000" tIns="0" rIns="0" bIns="0" rtlCol="0" anchor="ctr" anchorCtr="0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GitLab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port=13000</a:t>
            </a:r>
          </a:p>
        </p:txBody>
      </p:sp>
      <p:pic>
        <p:nvPicPr>
          <p:cNvPr id="14" name="グラフィックス 13" descr="プログラマー男性 単色塗りつぶし">
            <a:extLst>
              <a:ext uri="{FF2B5EF4-FFF2-40B4-BE49-F238E27FC236}">
                <a16:creationId xmlns:a16="http://schemas.microsoft.com/office/drawing/2014/main" id="{DFDDEE1D-A48A-1FDB-0FC2-A478C28FE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000" y="1988911"/>
            <a:ext cx="504000" cy="504000"/>
          </a:xfrm>
          <a:prstGeom prst="rect">
            <a:avLst/>
          </a:prstGeom>
        </p:spPr>
      </p:pic>
      <p:pic>
        <p:nvPicPr>
          <p:cNvPr id="23" name="図 22" descr="アイコン&#10;&#10;自動的に生成された説明">
            <a:extLst>
              <a:ext uri="{FF2B5EF4-FFF2-40B4-BE49-F238E27FC236}">
                <a16:creationId xmlns:a16="http://schemas.microsoft.com/office/drawing/2014/main" id="{A5F8D91D-A3F5-906E-424C-50258AD84F9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000" y="1442546"/>
            <a:ext cx="360000" cy="360000"/>
          </a:xfrm>
          <a:prstGeom prst="rect">
            <a:avLst/>
          </a:prstGeom>
        </p:spPr>
      </p:pic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5EC3F3F-D97E-C03B-FBA4-A8E3604BA0A2}"/>
              </a:ext>
            </a:extLst>
          </p:cNvPr>
          <p:cNvCxnSpPr>
            <a:cxnSpLocks/>
            <a:stCxn id="23" idx="3"/>
            <a:endCxn id="9" idx="1"/>
          </p:cNvCxnSpPr>
          <p:nvPr/>
        </p:nvCxnSpPr>
        <p:spPr>
          <a:xfrm>
            <a:off x="1656000" y="1622546"/>
            <a:ext cx="3366000" cy="768442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131110D0-F1C8-7D0F-3C65-7FEA9B9359EF}"/>
              </a:ext>
            </a:extLst>
          </p:cNvPr>
          <p:cNvCxnSpPr>
            <a:cxnSpLocks/>
          </p:cNvCxnSpPr>
          <p:nvPr/>
        </p:nvCxnSpPr>
        <p:spPr>
          <a:xfrm>
            <a:off x="1006632" y="1622546"/>
            <a:ext cx="289368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2B04CE6-B700-7D43-BF34-31DBE01E55EE}"/>
              </a:ext>
            </a:extLst>
          </p:cNvPr>
          <p:cNvSpPr txBox="1"/>
          <p:nvPr/>
        </p:nvSpPr>
        <p:spPr>
          <a:xfrm>
            <a:off x="1262617" y="1823653"/>
            <a:ext cx="4087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Browser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2" name="図 51" descr="アイコン&#10;&#10;自動的に生成された説明">
            <a:extLst>
              <a:ext uri="{FF2B5EF4-FFF2-40B4-BE49-F238E27FC236}">
                <a16:creationId xmlns:a16="http://schemas.microsoft.com/office/drawing/2014/main" id="{13EDFDC6-B722-7567-85AD-FA089FED572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000" y="3056345"/>
            <a:ext cx="360000" cy="270000"/>
          </a:xfrm>
          <a:prstGeom prst="rect">
            <a:avLst/>
          </a:prstGeom>
        </p:spPr>
      </p:pic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8351D79-5C74-F9CC-11EB-946204C1AE0E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006632" y="3191345"/>
            <a:ext cx="289368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A91DBDB-2121-858C-E30A-EAB6B48D9311}"/>
              </a:ext>
            </a:extLst>
          </p:cNvPr>
          <p:cNvSpPr txBox="1"/>
          <p:nvPr/>
        </p:nvSpPr>
        <p:spPr>
          <a:xfrm>
            <a:off x="1247389" y="3352023"/>
            <a:ext cx="43922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Terminal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1FBC8262-B473-F700-14BD-0FDB91295B42}"/>
              </a:ext>
            </a:extLst>
          </p:cNvPr>
          <p:cNvCxnSpPr>
            <a:cxnSpLocks/>
            <a:stCxn id="52" idx="3"/>
            <a:endCxn id="51" idx="1"/>
          </p:cNvCxnSpPr>
          <p:nvPr/>
        </p:nvCxnSpPr>
        <p:spPr>
          <a:xfrm>
            <a:off x="1656000" y="3191345"/>
            <a:ext cx="45069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EBBB21C-0AA3-B1A2-BD91-6BB82D05F5E6}"/>
              </a:ext>
            </a:extLst>
          </p:cNvPr>
          <p:cNvSpPr txBox="1"/>
          <p:nvPr/>
        </p:nvSpPr>
        <p:spPr>
          <a:xfrm>
            <a:off x="364404" y="2560145"/>
            <a:ext cx="42319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sz="1100" b="1" dirty="0">
                <a:effectLst>
                  <a:glow rad="381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体験者</a:t>
            </a:r>
          </a:p>
        </p:txBody>
      </p:sp>
      <p:sp>
        <p:nvSpPr>
          <p:cNvPr id="51" name="フローチャート: 複数書類 50">
            <a:extLst>
              <a:ext uri="{FF2B5EF4-FFF2-40B4-BE49-F238E27FC236}">
                <a16:creationId xmlns:a16="http://schemas.microsoft.com/office/drawing/2014/main" id="{8763435A-71EC-6431-F2A6-44A5A7F82281}"/>
              </a:ext>
            </a:extLst>
          </p:cNvPr>
          <p:cNvSpPr/>
          <p:nvPr/>
        </p:nvSpPr>
        <p:spPr>
          <a:xfrm>
            <a:off x="2106696" y="2957345"/>
            <a:ext cx="576000" cy="468000"/>
          </a:xfrm>
          <a:prstGeom prst="flowChartMulti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GitLab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Repository</a:t>
            </a:r>
            <a:endParaRPr kumimoji="1" lang="ja-JP" altLang="en-US" sz="7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B4A08F1-F862-6B8F-BC32-FF5953B8B072}"/>
              </a:ext>
            </a:extLst>
          </p:cNvPr>
          <p:cNvSpPr txBox="1"/>
          <p:nvPr/>
        </p:nvSpPr>
        <p:spPr>
          <a:xfrm>
            <a:off x="3768768" y="3043510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$ git push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AFD0D932-5E62-2161-D553-7A02E3B6C641}"/>
              </a:ext>
            </a:extLst>
          </p:cNvPr>
          <p:cNvSpPr/>
          <p:nvPr/>
        </p:nvSpPr>
        <p:spPr>
          <a:xfrm>
            <a:off x="6501647" y="2210988"/>
            <a:ext cx="900000" cy="360000"/>
          </a:xfrm>
          <a:prstGeom prst="roundRect">
            <a:avLst>
              <a:gd name="adj" fmla="val 105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24000" tIns="0" rIns="0" bIns="0" rtlCol="0" anchor="ctr" anchorCtr="0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GitLab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Runner</a:t>
            </a:r>
          </a:p>
        </p:txBody>
      </p:sp>
      <p:pic>
        <p:nvPicPr>
          <p:cNvPr id="78" name="図 7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BF57B672-28AC-19EB-5740-1740E68CB2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1760" y="2264988"/>
            <a:ext cx="262308" cy="252000"/>
          </a:xfrm>
          <a:prstGeom prst="rect">
            <a:avLst/>
          </a:prstGeom>
        </p:spPr>
      </p:pic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37616446-DA7B-6902-6674-84E5520E5BAF}"/>
              </a:ext>
            </a:extLst>
          </p:cNvPr>
          <p:cNvCxnSpPr>
            <a:cxnSpLocks/>
            <a:stCxn id="74" idx="1"/>
            <a:endCxn id="9" idx="3"/>
          </p:cNvCxnSpPr>
          <p:nvPr/>
        </p:nvCxnSpPr>
        <p:spPr>
          <a:xfrm flipH="1">
            <a:off x="5922000" y="2390988"/>
            <a:ext cx="579647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8C1DB95F-682E-B5E5-5EC2-33FEABE08545}"/>
              </a:ext>
            </a:extLst>
          </p:cNvPr>
          <p:cNvSpPr/>
          <p:nvPr/>
        </p:nvSpPr>
        <p:spPr>
          <a:xfrm>
            <a:off x="4122000" y="1424546"/>
            <a:ext cx="2700000" cy="396000"/>
          </a:xfrm>
          <a:prstGeom prst="roundRect">
            <a:avLst>
              <a:gd name="adj" fmla="val 10552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tIns="0" rIns="1548000" bIns="0" rtlCol="0" anchor="ctr" anchorCtr="0"/>
          <a:lstStyle/>
          <a:p>
            <a:pPr algn="ctr"/>
            <a:r>
              <a:rPr kumimoji="1" lang="en-US" altLang="ja-JP" sz="7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Sonatype</a:t>
            </a:r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Nexus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port=8081</a:t>
            </a:r>
          </a:p>
        </p:txBody>
      </p:sp>
      <p:pic>
        <p:nvPicPr>
          <p:cNvPr id="81" name="図 80">
            <a:extLst>
              <a:ext uri="{FF2B5EF4-FFF2-40B4-BE49-F238E27FC236}">
                <a16:creationId xmlns:a16="http://schemas.microsoft.com/office/drawing/2014/main" id="{89B2CB83-7ECA-BF21-DB36-695EE48E52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3250" y="1496546"/>
            <a:ext cx="228000" cy="252000"/>
          </a:xfrm>
          <a:prstGeom prst="rect">
            <a:avLst/>
          </a:prstGeom>
        </p:spPr>
      </p:pic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577E4CE1-7EED-5B31-8EC0-165EE1D019B9}"/>
              </a:ext>
            </a:extLst>
          </p:cNvPr>
          <p:cNvCxnSpPr>
            <a:cxnSpLocks/>
            <a:stCxn id="23" idx="3"/>
            <a:endCxn id="55" idx="1"/>
          </p:cNvCxnSpPr>
          <p:nvPr/>
        </p:nvCxnSpPr>
        <p:spPr>
          <a:xfrm>
            <a:off x="1656000" y="1622546"/>
            <a:ext cx="2466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図 13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612BD7E2-4E6D-04CF-9572-B379E72A645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07" y="2264988"/>
            <a:ext cx="262308" cy="252000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340A394B-576C-B8E7-79D1-5988DBF90B93}"/>
              </a:ext>
            </a:extLst>
          </p:cNvPr>
          <p:cNvSpPr/>
          <p:nvPr/>
        </p:nvSpPr>
        <p:spPr>
          <a:xfrm>
            <a:off x="3672000" y="497271"/>
            <a:ext cx="3600000" cy="54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Public </a:t>
            </a:r>
            <a:r>
              <a:rPr kumimoji="1" lang="en-US" altLang="ja-JP" sz="12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Registory</a:t>
            </a:r>
            <a:endParaRPr kumimoji="1" lang="ja-JP" altLang="en-US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9275BA8-918E-78B0-628B-4C984AE9B2D9}"/>
              </a:ext>
            </a:extLst>
          </p:cNvPr>
          <p:cNvCxnSpPr>
            <a:cxnSpLocks/>
          </p:cNvCxnSpPr>
          <p:nvPr/>
        </p:nvCxnSpPr>
        <p:spPr>
          <a:xfrm>
            <a:off x="1152000" y="3638228"/>
            <a:ext cx="648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1F88F1E9-59F2-8062-5513-3E980EF82964}"/>
              </a:ext>
            </a:extLst>
          </p:cNvPr>
          <p:cNvCxnSpPr>
            <a:cxnSpLocks/>
            <a:stCxn id="51" idx="3"/>
            <a:endCxn id="9" idx="2"/>
          </p:cNvCxnSpPr>
          <p:nvPr/>
        </p:nvCxnSpPr>
        <p:spPr>
          <a:xfrm flipV="1">
            <a:off x="2682696" y="2570988"/>
            <a:ext cx="2789304" cy="620357"/>
          </a:xfrm>
          <a:prstGeom prst="bentConnector2">
            <a:avLst/>
          </a:prstGeom>
          <a:ln w="1270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円柱 16">
            <a:extLst>
              <a:ext uri="{FF2B5EF4-FFF2-40B4-BE49-F238E27FC236}">
                <a16:creationId xmlns:a16="http://schemas.microsoft.com/office/drawing/2014/main" id="{01F62F04-251B-E7FB-481E-9C96F20C91F7}"/>
              </a:ext>
            </a:extLst>
          </p:cNvPr>
          <p:cNvSpPr/>
          <p:nvPr/>
        </p:nvSpPr>
        <p:spPr>
          <a:xfrm>
            <a:off x="5220000" y="1460546"/>
            <a:ext cx="504000" cy="324000"/>
          </a:xfrm>
          <a:prstGeom prst="can">
            <a:avLst>
              <a:gd name="adj" fmla="val 15534"/>
            </a:avLst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Proxy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Repository</a:t>
            </a:r>
            <a:endParaRPr kumimoji="1" lang="ja-JP" altLang="en-US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円柱 20">
            <a:extLst>
              <a:ext uri="{FF2B5EF4-FFF2-40B4-BE49-F238E27FC236}">
                <a16:creationId xmlns:a16="http://schemas.microsoft.com/office/drawing/2014/main" id="{3A12C559-4B70-A22D-CD37-B1C75F0A8FA8}"/>
              </a:ext>
            </a:extLst>
          </p:cNvPr>
          <p:cNvSpPr/>
          <p:nvPr/>
        </p:nvSpPr>
        <p:spPr>
          <a:xfrm>
            <a:off x="6029946" y="1460546"/>
            <a:ext cx="504000" cy="324000"/>
          </a:xfrm>
          <a:prstGeom prst="can">
            <a:avLst>
              <a:gd name="adj" fmla="val 15534"/>
            </a:avLst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Hosted</a:t>
            </a:r>
          </a:p>
          <a:p>
            <a:pPr algn="ctr"/>
            <a:r>
              <a:rPr kumimoji="1" lang="en-US" altLang="ja-JP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Repository</a:t>
            </a:r>
            <a:endParaRPr kumimoji="1" lang="ja-JP" altLang="en-US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0CD94DCA-403D-DAD6-B245-4CDB46E99375}"/>
              </a:ext>
            </a:extLst>
          </p:cNvPr>
          <p:cNvCxnSpPr>
            <a:cxnSpLocks/>
            <a:stCxn id="51" idx="3"/>
            <a:endCxn id="17" idx="3"/>
          </p:cNvCxnSpPr>
          <p:nvPr/>
        </p:nvCxnSpPr>
        <p:spPr>
          <a:xfrm flipV="1">
            <a:off x="2682696" y="1784546"/>
            <a:ext cx="2789304" cy="1406799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35C119DC-6F64-C872-FD8A-E15C438C1EF4}"/>
              </a:ext>
            </a:extLst>
          </p:cNvPr>
          <p:cNvCxnSpPr>
            <a:cxnSpLocks/>
            <a:stCxn id="74" idx="0"/>
            <a:endCxn id="21" idx="3"/>
          </p:cNvCxnSpPr>
          <p:nvPr/>
        </p:nvCxnSpPr>
        <p:spPr>
          <a:xfrm flipH="1" flipV="1">
            <a:off x="6281946" y="1784546"/>
            <a:ext cx="669701" cy="426442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AEC0FDAC-1C55-2792-FF72-39284C69C736}"/>
              </a:ext>
            </a:extLst>
          </p:cNvPr>
          <p:cNvCxnSpPr>
            <a:cxnSpLocks/>
            <a:stCxn id="74" idx="0"/>
            <a:endCxn id="17" idx="3"/>
          </p:cNvCxnSpPr>
          <p:nvPr/>
        </p:nvCxnSpPr>
        <p:spPr>
          <a:xfrm flipH="1" flipV="1">
            <a:off x="5472000" y="1784546"/>
            <a:ext cx="1479647" cy="426442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530C3625-CFCA-465A-5D97-864A0632A8B5}"/>
              </a:ext>
            </a:extLst>
          </p:cNvPr>
          <p:cNvCxnSpPr>
            <a:cxnSpLocks/>
            <a:stCxn id="17" idx="0"/>
            <a:endCxn id="104" idx="4"/>
          </p:cNvCxnSpPr>
          <p:nvPr/>
        </p:nvCxnSpPr>
        <p:spPr>
          <a:xfrm flipV="1">
            <a:off x="5472000" y="1037271"/>
            <a:ext cx="0" cy="473605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565FE39-08C1-97CC-0227-D02EB327E102}"/>
              </a:ext>
            </a:extLst>
          </p:cNvPr>
          <p:cNvSpPr txBox="1"/>
          <p:nvPr/>
        </p:nvSpPr>
        <p:spPr>
          <a:xfrm>
            <a:off x="3030008" y="2570558"/>
            <a:ext cx="6379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Build at local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A3B9E2D2-B10A-20B1-B319-B35F5B11E1B9}"/>
              </a:ext>
            </a:extLst>
          </p:cNvPr>
          <p:cNvSpPr txBox="1"/>
          <p:nvPr/>
        </p:nvSpPr>
        <p:spPr>
          <a:xfrm>
            <a:off x="5473844" y="1991808"/>
            <a:ext cx="74379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Build at CI/CD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139AA7F-1E95-A7D8-09AC-894473A429AC}"/>
              </a:ext>
            </a:extLst>
          </p:cNvPr>
          <p:cNvSpPr txBox="1"/>
          <p:nvPr/>
        </p:nvSpPr>
        <p:spPr>
          <a:xfrm>
            <a:off x="6799680" y="1991808"/>
            <a:ext cx="82554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800" dirty="0">
                <a:effectLst>
                  <a:glow rad="63500">
                    <a:schemeClr val="bg1"/>
                  </a:glo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Publish at CI/CD</a:t>
            </a:r>
            <a:endParaRPr kumimoji="1" lang="ja-JP" altLang="en-US" sz="800" dirty="0">
              <a:effectLst>
                <a:glow rad="63500">
                  <a:schemeClr val="bg1"/>
                </a:glo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0296075"/>
      </p:ext>
    </p:extLst>
  </p:cSld>
  <p:clrMapOvr>
    <a:masterClrMapping/>
  </p:clrMapOvr>
</p:sld>
</file>

<file path=ppt/theme/theme1.xml><?xml version="1.0" encoding="utf-8"?>
<a:theme xmlns:a="http://schemas.openxmlformats.org/drawingml/2006/main" name="プレゼンテーション_ワイド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18513</TotalTime>
  <Words>56</Words>
  <Application>Microsoft Office PowerPoint</Application>
  <PresentationFormat>画面に合わせる (16:9)</PresentationFormat>
  <Paragraphs>28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Meiryo UI</vt:lpstr>
      <vt:lpstr>Noto Sans Symbols</vt:lpstr>
      <vt:lpstr>メイリオ</vt:lpstr>
      <vt:lpstr>メイリオ</vt:lpstr>
      <vt:lpstr>Arial</vt:lpstr>
      <vt:lpstr>Calibri</vt:lpstr>
      <vt:lpstr>プレゼンテーション_ワイド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stuser00031</dc:creator>
  <cp:lastModifiedBy>小沼 俊治</cp:lastModifiedBy>
  <cp:revision>1105</cp:revision>
  <cp:lastPrinted>2021-12-16T13:32:38Z</cp:lastPrinted>
  <dcterms:modified xsi:type="dcterms:W3CDTF">2026-08-23T09:49:30Z</dcterms:modified>
</cp:coreProperties>
</file>